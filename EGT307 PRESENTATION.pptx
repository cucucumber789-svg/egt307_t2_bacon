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7" r:id="rId4"/>
  </p:sldMasterIdLst>
  <p:notesMasterIdLst>
    <p:notesMasterId r:id="rId24"/>
  </p:notesMasterIdLst>
  <p:handoutMasterIdLst>
    <p:handoutMasterId r:id="rId25"/>
  </p:handoutMasterIdLst>
  <p:sldIdLst>
    <p:sldId id="264" r:id="rId5"/>
    <p:sldId id="272" r:id="rId6"/>
    <p:sldId id="287" r:id="rId7"/>
    <p:sldId id="279" r:id="rId8"/>
    <p:sldId id="280" r:id="rId9"/>
    <p:sldId id="289" r:id="rId10"/>
    <p:sldId id="276" r:id="rId11"/>
    <p:sldId id="277" r:id="rId12"/>
    <p:sldId id="299" r:id="rId13"/>
    <p:sldId id="295" r:id="rId14"/>
    <p:sldId id="296" r:id="rId15"/>
    <p:sldId id="297" r:id="rId16"/>
    <p:sldId id="283" r:id="rId17"/>
    <p:sldId id="294" r:id="rId18"/>
    <p:sldId id="300" r:id="rId19"/>
    <p:sldId id="292" r:id="rId20"/>
    <p:sldId id="293" r:id="rId21"/>
    <p:sldId id="298"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010E4221-6F06-64E5-5214-772388C857B5}" name="Elizabeth Feldbruegge (ALLEGIS GROUP HOLDINGS INC)" initials="" userId="S::v-felizabeth@microsoft.com::ba5aea11-28e4-484d-8e49-c15efb1bd2e9"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83E6E3-FA7D-4D7B-A595-EF9225AFEA8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1" autoAdjust="0"/>
    <p:restoredTop sz="94469"/>
  </p:normalViewPr>
  <p:slideViewPr>
    <p:cSldViewPr snapToGrid="0">
      <p:cViewPr varScale="1">
        <p:scale>
          <a:sx n="83" d="100"/>
          <a:sy n="83" d="100"/>
        </p:scale>
        <p:origin x="393" y="51"/>
      </p:cViewPr>
      <p:guideLst/>
    </p:cSldViewPr>
  </p:slideViewPr>
  <p:notesTextViewPr>
    <p:cViewPr>
      <p:scale>
        <a:sx n="1" d="1"/>
        <a:sy n="1" d="1"/>
      </p:scale>
      <p:origin x="0" y="0"/>
    </p:cViewPr>
  </p:notesTextViewPr>
  <p:sorterViewPr>
    <p:cViewPr>
      <p:scale>
        <a:sx n="100" d="100"/>
        <a:sy n="100" d="100"/>
      </p:scale>
      <p:origin x="0" y="-23772"/>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8/7/2026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8/7/2026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BFDD6F49-EBB7-4CCF-97A8-E526BB28BB69}" type="slidenum">
              <a:rPr lang="en-US" smtClean="0"/>
              <a:t>2</a:t>
            </a:fld>
            <a:endParaRPr lang="en-US" dirty="0"/>
          </a:p>
        </p:txBody>
      </p:sp>
    </p:spTree>
    <p:extLst>
      <p:ext uri="{BB962C8B-B14F-4D97-AF65-F5344CB8AC3E}">
        <p14:creationId xmlns:p14="http://schemas.microsoft.com/office/powerpoint/2010/main" val="289849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76247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2402005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BFDD6F49-EBB7-4CCF-97A8-E526BB28BB69}" type="slidenum">
              <a:rPr lang="en-US" smtClean="0"/>
              <a:t>6</a:t>
            </a:fld>
            <a:endParaRPr lang="en-US" dirty="0"/>
          </a:p>
        </p:txBody>
      </p:sp>
    </p:spTree>
    <p:extLst>
      <p:ext uri="{BB962C8B-B14F-4D97-AF65-F5344CB8AC3E}">
        <p14:creationId xmlns:p14="http://schemas.microsoft.com/office/powerpoint/2010/main" val="3781172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855720" y="1605915"/>
            <a:ext cx="4480560" cy="2468880"/>
          </a:xfrm>
        </p:spPr>
        <p:txBody>
          <a:bodyPr anchor="b" anchorCtr="0">
            <a:normAutofit/>
          </a:bodyPr>
          <a:lstStyle>
            <a:lvl1pPr algn="ctr">
              <a:lnSpc>
                <a:spcPct val="100000"/>
              </a:lnSpc>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21480" y="4245427"/>
            <a:ext cx="3749040" cy="1463040"/>
          </a:xfrm>
        </p:spPr>
        <p:txBody>
          <a:bodyPr anchor="t" anchorCtr="0">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Oval 3">
            <a:extLst>
              <a:ext uri="{FF2B5EF4-FFF2-40B4-BE49-F238E27FC236}">
                <a16:creationId xmlns:a16="http://schemas.microsoft.com/office/drawing/2014/main" id="{185E30E4-6ABC-717D-EDA7-C6A92FCDB0F6}"/>
              </a:ext>
            </a:extLst>
          </p:cNvPr>
          <p:cNvSpPr>
            <a:spLocks noChangeAspect="1"/>
          </p:cNvSpPr>
          <p:nvPr userDrawn="1"/>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A06B797E-AAB7-2FA3-8ADB-E0218F350D22}"/>
              </a:ext>
            </a:extLst>
          </p:cNvPr>
          <p:cNvCxnSpPr>
            <a:cxnSpLocks/>
          </p:cNvCxnSpPr>
          <p:nvPr/>
        </p:nvCxnSpPr>
        <p:spPr>
          <a:xfrm flipV="1">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E586E34-FF91-68B8-CAEC-F84AD2DEEDB2}"/>
              </a:ext>
            </a:extLst>
          </p:cNvPr>
          <p:cNvCxnSpPr>
            <a:cxnSpLocks/>
          </p:cNvCxnSpPr>
          <p:nvPr userDrawn="1"/>
        </p:nvCxnSpPr>
        <p:spPr>
          <a:xfrm flipV="1">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E8CCB10-9F99-49CE-839A-D1D1C8B51CC8}"/>
              </a:ext>
            </a:extLst>
          </p:cNvPr>
          <p:cNvGrpSpPr/>
          <p:nvPr userDrawn="1"/>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72BBAB3-D3B1-A927-AFB7-E23615F2CD5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A581A57-E7BF-DC2D-2E40-FD3FB95BA77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8602E52-B25B-C787-B432-FAE138B19417}"/>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213978C-81F6-A536-CE48-A5BCDCD8424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331046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Pr>
        <a:solidFill>
          <a:schemeClr val="accent3"/>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70C3BF-B703-4A66-2FFE-1FD2365D0D35}"/>
              </a:ext>
            </a:extLst>
          </p:cNvPr>
          <p:cNvSpPr>
            <a:spLocks noGrp="1"/>
          </p:cNvSpPr>
          <p:nvPr>
            <p:ph type="title"/>
          </p:nvPr>
        </p:nvSpPr>
        <p:spPr>
          <a:xfrm>
            <a:off x="1066800" y="640080"/>
            <a:ext cx="10058400" cy="777239"/>
          </a:xfrm>
        </p:spPr>
        <p:txBody>
          <a:bodyPr anchor="t"/>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6" name="Content Placeholder 15">
            <a:extLst>
              <a:ext uri="{FF2B5EF4-FFF2-40B4-BE49-F238E27FC236}">
                <a16:creationId xmlns:a16="http://schemas.microsoft.com/office/drawing/2014/main" id="{01884465-7638-4041-56EF-684A60E846D0}"/>
              </a:ext>
            </a:extLst>
          </p:cNvPr>
          <p:cNvSpPr>
            <a:spLocks noGrp="1"/>
          </p:cNvSpPr>
          <p:nvPr>
            <p:ph sz="quarter" idx="13"/>
          </p:nvPr>
        </p:nvSpPr>
        <p:spPr>
          <a:xfrm>
            <a:off x="1069848" y="1463040"/>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27C0DEB-4AE1-EA4D-826D-E3C22802B942}" type="datetime1">
              <a:rPr lang="en-US" smtClean="0"/>
              <a:t>8/7/2026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7" name="Group 6">
            <a:extLst>
              <a:ext uri="{FF2B5EF4-FFF2-40B4-BE49-F238E27FC236}">
                <a16:creationId xmlns:a16="http://schemas.microsoft.com/office/drawing/2014/main" id="{E5E13058-C9D5-FD2D-4E13-939A6700763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F2AF45BD-F4F0-4F29-C005-BA3BC8AF0A6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8559CA-B25F-A779-165D-000F511BD53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76E1BB-25B4-D52E-01F1-44C64375D6F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9C388FC-A0B6-481D-BEB4-876D3CFC3F7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495051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accent3"/>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FE20B57-74C2-7AD8-6E07-D29EE6A60AB9}"/>
              </a:ext>
            </a:extLst>
          </p:cNvPr>
          <p:cNvSpPr>
            <a:spLocks noGrp="1"/>
          </p:cNvSpPr>
          <p:nvPr>
            <p:ph type="title"/>
          </p:nvPr>
        </p:nvSpPr>
        <p:spPr>
          <a:xfrm>
            <a:off x="1200912" y="4597404"/>
            <a:ext cx="9784077" cy="980435"/>
          </a:xfrm>
        </p:spPr>
        <p:txBody>
          <a:bodyPr anchor="b">
            <a:noAutofit/>
          </a:bodyPr>
          <a:lstStyle>
            <a:lvl1pPr>
              <a:defRPr sz="4800"/>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3" name="Text Placeholder 12">
            <a:extLst>
              <a:ext uri="{FF2B5EF4-FFF2-40B4-BE49-F238E27FC236}">
                <a16:creationId xmlns:a16="http://schemas.microsoft.com/office/drawing/2014/main" id="{B28025AC-332D-ADB0-3E96-03E4761BBC89}"/>
              </a:ext>
            </a:extLst>
          </p:cNvPr>
          <p:cNvSpPr>
            <a:spLocks noGrp="1"/>
          </p:cNvSpPr>
          <p:nvPr>
            <p:ph type="body" sz="quarter" idx="17"/>
          </p:nvPr>
        </p:nvSpPr>
        <p:spPr>
          <a:xfrm>
            <a:off x="1207008" y="5668963"/>
            <a:ext cx="9784842" cy="639762"/>
          </a:xfrm>
        </p:spPr>
        <p:txBody>
          <a:bodyPr>
            <a:normAutofit/>
          </a:bodyPr>
          <a:lstStyle>
            <a:lvl1pPr marL="0" indent="0">
              <a:buNone/>
              <a:defRPr sz="2000"/>
            </a:lvl1pPr>
          </a:lstStyle>
          <a:p>
            <a:pPr lvl="0"/>
            <a:r>
              <a:rPr lang="en-US"/>
              <a:t>Click to edit Master text styles</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808258" y="404999"/>
            <a:ext cx="10575485" cy="383680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667"/>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rot="5400000">
            <a:off x="10040831" y="4203335"/>
            <a:ext cx="3494314" cy="365125"/>
          </a:xfrm>
        </p:spPr>
        <p:txBody>
          <a:bodyPr/>
          <a:lstStyle>
            <a:lvl1pPr>
              <a:defRPr>
                <a:solidFill>
                  <a:schemeClr val="tx1"/>
                </a:solidFill>
              </a:defRPr>
            </a:lvl1pPr>
          </a:lstStyle>
          <a:p>
            <a:fld id="{86A42598-CA8F-5141-9F98-7018240FA786}" type="datetime1">
              <a:rPr lang="en-US" smtClean="0"/>
              <a:t>8/7/2026</a:t>
            </a:fld>
            <a:endParaRPr lang="en-US" dirty="0"/>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F5904286-3DEB-9849-219D-A085C0024794}"/>
              </a:ext>
            </a:extLst>
          </p:cNvPr>
          <p:cNvCxnSpPr>
            <a:cxnSpLocks/>
          </p:cNvCxnSpPr>
          <p:nvPr/>
        </p:nvCxnSpPr>
        <p:spPr>
          <a:xfrm>
            <a:off x="803185" y="426735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FCF7D0C-5069-E36A-74BE-09B74A8BDF58}"/>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23A121A0-9E65-3E8B-DBB2-52D98873A8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2B9F357-72AD-336C-0877-A0314E6529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73381C-AC31-FE63-FC5F-EFE48EAFF6B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3AEBC41-77CA-7255-DEC2-73C82A6D4E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005536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accent3"/>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8D1A68-0FAC-B397-3F43-E7E6DB16F9D9}"/>
              </a:ext>
            </a:extLst>
          </p:cNvPr>
          <p:cNvSpPr>
            <a:spLocks noGrp="1"/>
          </p:cNvSpPr>
          <p:nvPr>
            <p:ph type="title"/>
          </p:nvPr>
        </p:nvSpPr>
        <p:spPr>
          <a:xfrm>
            <a:off x="6395598" y="1126010"/>
            <a:ext cx="4668639" cy="3478778"/>
          </a:xfrm>
        </p:spPr>
        <p:txBody>
          <a:bodyPr anchor="b">
            <a:normAutofit/>
          </a:bodyPr>
          <a:lstStyle>
            <a:lvl1pPr>
              <a:defRPr sz="4800"/>
            </a:lvl1pPr>
          </a:lstStyle>
          <a:p>
            <a:r>
              <a:rPr lang="en-US"/>
              <a:t>Click to edit Master title style</a:t>
            </a:r>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1" name="Text Placeholder 12">
            <a:extLst>
              <a:ext uri="{FF2B5EF4-FFF2-40B4-BE49-F238E27FC236}">
                <a16:creationId xmlns:a16="http://schemas.microsoft.com/office/drawing/2014/main" id="{94891711-2302-9D63-B25E-AF7AF07C3A86}"/>
              </a:ext>
            </a:extLst>
          </p:cNvPr>
          <p:cNvSpPr>
            <a:spLocks noGrp="1"/>
          </p:cNvSpPr>
          <p:nvPr>
            <p:ph type="body" sz="quarter" idx="17"/>
          </p:nvPr>
        </p:nvSpPr>
        <p:spPr>
          <a:xfrm>
            <a:off x="6395598" y="4731335"/>
            <a:ext cx="4668642" cy="1193728"/>
          </a:xfrm>
        </p:spPr>
        <p:txBody>
          <a:bodyPr>
            <a:normAutofit/>
          </a:bodyPr>
          <a:lstStyle>
            <a:lvl1pPr marL="0" indent="0">
              <a:buNone/>
              <a:defRPr sz="2000"/>
            </a:lvl1pPr>
          </a:lstStyle>
          <a:p>
            <a:pPr lvl="0"/>
            <a:r>
              <a:rPr lang="en-US"/>
              <a:t>Click to edit Master text styles</a:t>
            </a:r>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FF5D23C8-9820-654D-9C1E-FE1FC23DA807}" type="datetime1">
              <a:rPr lang="en-US" smtClean="0"/>
              <a:t>8/7/2026</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271415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E3D082D-5D35-2F9F-90C3-021CD2158B79}"/>
              </a:ext>
            </a:extLst>
          </p:cNvPr>
          <p:cNvSpPr>
            <a:spLocks noGrp="1"/>
          </p:cNvSpPr>
          <p:nvPr>
            <p:ph type="title"/>
          </p:nvPr>
        </p:nvSpPr>
        <p:spPr>
          <a:xfrm>
            <a:off x="1206418" y="782840"/>
            <a:ext cx="4572587" cy="3661142"/>
          </a:xfrm>
        </p:spPr>
        <p:txBody>
          <a:bodyPr>
            <a:normAutofit/>
          </a:bodyPr>
          <a:lstStyle>
            <a:lvl1pPr>
              <a:defRPr sz="4800"/>
            </a:lvl1pPr>
          </a:lstStyle>
          <a:p>
            <a:r>
              <a:rPr lang="en-US"/>
              <a:t>Click to edit Master title style</a:t>
            </a:r>
          </a:p>
        </p:txBody>
      </p:sp>
      <p:sp>
        <p:nvSpPr>
          <p:cNvPr id="5" name="Footer Placeholder 4">
            <a:extLst>
              <a:ext uri="{FF2B5EF4-FFF2-40B4-BE49-F238E27FC236}">
                <a16:creationId xmlns:a16="http://schemas.microsoft.com/office/drawing/2014/main" id="{D68AA1BC-11EF-D28B-C0E1-F2D685AF722E}"/>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6" name="Text Placeholder 12">
            <a:extLst>
              <a:ext uri="{FF2B5EF4-FFF2-40B4-BE49-F238E27FC236}">
                <a16:creationId xmlns:a16="http://schemas.microsoft.com/office/drawing/2014/main" id="{5B07658D-2C15-0859-FC14-231204836C51}"/>
              </a:ext>
            </a:extLst>
          </p:cNvPr>
          <p:cNvSpPr>
            <a:spLocks noGrp="1"/>
          </p:cNvSpPr>
          <p:nvPr>
            <p:ph type="body" sz="quarter" idx="17"/>
          </p:nvPr>
        </p:nvSpPr>
        <p:spPr>
          <a:xfrm>
            <a:off x="1207008" y="4663439"/>
            <a:ext cx="4571996" cy="1380739"/>
          </a:xfrm>
        </p:spPr>
        <p:txBody>
          <a:bodyPr anchor="b">
            <a:normAutofit/>
          </a:bodyPr>
          <a:lstStyle>
            <a:lvl1pPr marL="0" indent="0">
              <a:buNone/>
              <a:defRPr sz="2000"/>
            </a:lvl1pPr>
          </a:lstStyle>
          <a:p>
            <a:pPr lvl="0"/>
            <a:r>
              <a:rPr lang="en-US"/>
              <a:t>Click to edit Master text styles</a:t>
            </a:r>
          </a:p>
        </p:txBody>
      </p:sp>
      <p:sp>
        <p:nvSpPr>
          <p:cNvPr id="10" name="Picture Placeholder 10">
            <a:extLst>
              <a:ext uri="{FF2B5EF4-FFF2-40B4-BE49-F238E27FC236}">
                <a16:creationId xmlns:a16="http://schemas.microsoft.com/office/drawing/2014/main" id="{3565B300-A92A-F114-82AF-D815794F430F}"/>
              </a:ext>
            </a:extLst>
          </p:cNvPr>
          <p:cNvSpPr>
            <a:spLocks noGrp="1"/>
          </p:cNvSpPr>
          <p:nvPr>
            <p:ph type="pic" sz="quarter" idx="13" hasCustomPrompt="1"/>
          </p:nvPr>
        </p:nvSpPr>
        <p:spPr>
          <a:xfrm>
            <a:off x="6099048"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3697B55B-A218-74B5-0BEE-22235E9B8B72}"/>
              </a:ext>
            </a:extLst>
          </p:cNvPr>
          <p:cNvSpPr>
            <a:spLocks noGrp="1"/>
          </p:cNvSpPr>
          <p:nvPr>
            <p:ph type="dt" sz="half" idx="14"/>
          </p:nvPr>
        </p:nvSpPr>
        <p:spPr/>
        <p:txBody>
          <a:bodyPr/>
          <a:lstStyle>
            <a:lvl1pPr>
              <a:defRPr>
                <a:solidFill>
                  <a:schemeClr val="tx1"/>
                </a:solidFill>
              </a:defRPr>
            </a:lvl1pPr>
          </a:lstStyle>
          <a:p>
            <a:fld id="{763C345D-F56F-0743-AB88-4EB3E35EF63D}" type="datetime1">
              <a:rPr lang="en-US" smtClean="0"/>
              <a:t>8/7/2026</a:t>
            </a:fld>
            <a:endParaRPr lang="en-US" dirty="0"/>
          </a:p>
        </p:txBody>
      </p:sp>
      <p:sp>
        <p:nvSpPr>
          <p:cNvPr id="6" name="Slide Number Placeholder 5">
            <a:extLst>
              <a:ext uri="{FF2B5EF4-FFF2-40B4-BE49-F238E27FC236}">
                <a16:creationId xmlns:a16="http://schemas.microsoft.com/office/drawing/2014/main" id="{90210BF7-333F-24FE-D2DF-7331FF965889}"/>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BCC99E2D-452C-18BB-7BBF-6B7623C54B61}"/>
              </a:ext>
            </a:extLst>
          </p:cNvPr>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BEF9994A-73A8-CE11-7B98-7EA7C4CD1EA5}"/>
              </a:ext>
            </a:extLst>
          </p:cNvPr>
          <p:cNvGrpSpPr/>
          <p:nvPr userDrawn="1"/>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C7A9A682-C17C-6F60-46E3-F77E33DAF30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5C5B78E-1DDD-2C3B-5815-0AA0E821DF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61B8608-E98C-230E-455F-2EB092A04E7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AD2C4CF-5F74-8957-6184-413A56C8ED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936882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accent3"/>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C0D6AF0-B6F6-A093-A469-888C617C34D0}"/>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D46E95A7-955E-FC5B-D104-EC6701D6FA6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5FC1A-7536-FA20-E5DC-2D810097554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B12FF6-F32F-DFCA-9885-6FE91F1A8A3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E863DC-51BC-8D1D-3164-799EBBDAD6F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Straight Connector 15">
            <a:extLst>
              <a:ext uri="{FF2B5EF4-FFF2-40B4-BE49-F238E27FC236}">
                <a16:creationId xmlns:a16="http://schemas.microsoft.com/office/drawing/2014/main" id="{58922217-2748-2314-B47E-D795069B2538}"/>
              </a:ext>
            </a:extLst>
          </p:cNvPr>
          <p:cNvCxnSpPr>
            <a:cxnSpLocks/>
          </p:cNvCxnSpPr>
          <p:nvPr/>
        </p:nvCxnSpPr>
        <p:spPr>
          <a:xfrm>
            <a:off x="60990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DB7B0F2-3D52-79E2-8444-B82E34B568BA}"/>
              </a:ext>
            </a:extLst>
          </p:cNvPr>
          <p:cNvSpPr>
            <a:spLocks noGrp="1"/>
          </p:cNvSpPr>
          <p:nvPr>
            <p:ph type="title"/>
          </p:nvPr>
        </p:nvSpPr>
        <p:spPr>
          <a:xfrm>
            <a:off x="6400800" y="786384"/>
            <a:ext cx="4668637" cy="3460492"/>
          </a:xfrm>
        </p:spPr>
        <p:txBody>
          <a:bodyPr>
            <a:normAutofit/>
          </a:bodyPr>
          <a:lstStyle>
            <a:lvl1pPr>
              <a:defRPr sz="4800"/>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E97102-355A-91BC-FF97-2F2F544144E1}"/>
              </a:ext>
            </a:extLst>
          </p:cNvPr>
          <p:cNvSpPr>
            <a:spLocks noGrp="1"/>
          </p:cNvSpPr>
          <p:nvPr>
            <p:ph type="ftr" sz="quarter" idx="15"/>
          </p:nvPr>
        </p:nvSpPr>
        <p:spPr/>
        <p:txBody>
          <a:bodyPr/>
          <a:lstStyle>
            <a:lvl1pPr>
              <a:defRPr>
                <a:solidFill>
                  <a:schemeClr val="tx1"/>
                </a:solidFill>
              </a:defRPr>
            </a:lvl1pPr>
          </a:lstStyle>
          <a:p>
            <a:r>
              <a:rPr lang="en-US"/>
              <a:t>SAMPLE FOOTER TEXT</a:t>
            </a:r>
            <a:endParaRPr lang="en-US" dirty="0"/>
          </a:p>
        </p:txBody>
      </p:sp>
      <p:sp>
        <p:nvSpPr>
          <p:cNvPr id="10" name="Picture Placeholder 10">
            <a:extLst>
              <a:ext uri="{FF2B5EF4-FFF2-40B4-BE49-F238E27FC236}">
                <a16:creationId xmlns:a16="http://schemas.microsoft.com/office/drawing/2014/main" id="{391879C3-FF15-5DBC-60E1-15862E523659}"/>
              </a:ext>
            </a:extLst>
          </p:cNvPr>
          <p:cNvSpPr>
            <a:spLocks noGrp="1"/>
          </p:cNvSpPr>
          <p:nvPr>
            <p:ph type="pic" sz="quarter" idx="13" hasCustomPrompt="1"/>
          </p:nvPr>
        </p:nvSpPr>
        <p:spPr>
          <a:xfrm>
            <a:off x="804672" y="397791"/>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2" t="75" r="1"/>
            </a:stretch>
          </a:blipFill>
        </p:spPr>
        <p:txBody>
          <a:bodyPr/>
          <a:lstStyle>
            <a:lvl1pPr marL="0" indent="0">
              <a:buNone/>
              <a:defRPr/>
            </a:lvl1pPr>
          </a:lstStyle>
          <a:p>
            <a:r>
              <a:rPr lang="en-US" dirty="0"/>
              <a:t>   </a:t>
            </a:r>
          </a:p>
        </p:txBody>
      </p:sp>
      <p:sp>
        <p:nvSpPr>
          <p:cNvPr id="6" name="Text Placeholder 12">
            <a:extLst>
              <a:ext uri="{FF2B5EF4-FFF2-40B4-BE49-F238E27FC236}">
                <a16:creationId xmlns:a16="http://schemas.microsoft.com/office/drawing/2014/main" id="{944F125D-7632-1E4B-E35B-4A1B552FC872}"/>
              </a:ext>
            </a:extLst>
          </p:cNvPr>
          <p:cNvSpPr>
            <a:spLocks noGrp="1"/>
          </p:cNvSpPr>
          <p:nvPr>
            <p:ph type="body" sz="quarter" idx="17"/>
          </p:nvPr>
        </p:nvSpPr>
        <p:spPr>
          <a:xfrm>
            <a:off x="6395599" y="4663439"/>
            <a:ext cx="4668641" cy="1380744"/>
          </a:xfrm>
        </p:spPr>
        <p:txBody>
          <a:bodyPr anchor="b">
            <a:normAutofit/>
          </a:bodyPr>
          <a:lstStyle>
            <a:lvl1pPr marL="0" indent="0">
              <a:buNone/>
              <a:defRPr sz="2000"/>
            </a:lvl1pPr>
          </a:lstStyle>
          <a:p>
            <a:pPr lvl="0"/>
            <a:r>
              <a:rPr lang="en-US"/>
              <a:t>Click to edit Master text styles</a:t>
            </a:r>
          </a:p>
        </p:txBody>
      </p:sp>
      <p:sp>
        <p:nvSpPr>
          <p:cNvPr id="7" name="Date Placeholder 6">
            <a:extLst>
              <a:ext uri="{FF2B5EF4-FFF2-40B4-BE49-F238E27FC236}">
                <a16:creationId xmlns:a16="http://schemas.microsoft.com/office/drawing/2014/main" id="{EEF24230-5D44-0E0B-741C-23E5B8A5067D}"/>
              </a:ext>
            </a:extLst>
          </p:cNvPr>
          <p:cNvSpPr>
            <a:spLocks noGrp="1"/>
          </p:cNvSpPr>
          <p:nvPr>
            <p:ph type="dt" sz="half" idx="14"/>
          </p:nvPr>
        </p:nvSpPr>
        <p:spPr/>
        <p:txBody>
          <a:bodyPr/>
          <a:lstStyle>
            <a:lvl1pPr>
              <a:defRPr>
                <a:solidFill>
                  <a:schemeClr val="tx1"/>
                </a:solidFill>
              </a:defRPr>
            </a:lvl1pPr>
          </a:lstStyle>
          <a:p>
            <a:fld id="{FF5D23C8-9820-654D-9C1E-FE1FC23DA807}" type="datetime1">
              <a:rPr lang="en-US" smtClean="0"/>
              <a:t>8/7/2026</a:t>
            </a:fld>
            <a:endParaRPr lang="en-US" dirty="0"/>
          </a:p>
        </p:txBody>
      </p:sp>
      <p:sp>
        <p:nvSpPr>
          <p:cNvPr id="9" name="Slide Number Placeholder 8">
            <a:extLst>
              <a:ext uri="{FF2B5EF4-FFF2-40B4-BE49-F238E27FC236}">
                <a16:creationId xmlns:a16="http://schemas.microsoft.com/office/drawing/2014/main" id="{59DF417E-29EA-8AA4-1FB6-094EEC6C1C1D}"/>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803573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8E949C-4552-505B-2374-1AD98378AB98}"/>
              </a:ext>
            </a:extLst>
          </p:cNvPr>
          <p:cNvSpPr>
            <a:spLocks noGrp="1"/>
          </p:cNvSpPr>
          <p:nvPr>
            <p:ph type="title"/>
          </p:nvPr>
        </p:nvSpPr>
        <p:spPr>
          <a:xfrm>
            <a:off x="1207007" y="786382"/>
            <a:ext cx="7589520" cy="3474721"/>
          </a:xfrm>
        </p:spPr>
        <p:txBody>
          <a:bodyPr>
            <a:noAutofit/>
          </a:bodyPr>
          <a:lstStyle>
            <a:lvl1pPr>
              <a:defRPr sz="7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Text Placeholder 12">
            <a:extLst>
              <a:ext uri="{FF2B5EF4-FFF2-40B4-BE49-F238E27FC236}">
                <a16:creationId xmlns:a16="http://schemas.microsoft.com/office/drawing/2014/main" id="{96AD6200-A62D-83E5-67FF-7C9D21BC40D3}"/>
              </a:ext>
            </a:extLst>
          </p:cNvPr>
          <p:cNvSpPr>
            <a:spLocks noGrp="1"/>
          </p:cNvSpPr>
          <p:nvPr>
            <p:ph type="body" sz="quarter" idx="17"/>
          </p:nvPr>
        </p:nvSpPr>
        <p:spPr>
          <a:xfrm>
            <a:off x="1207007" y="4480561"/>
            <a:ext cx="6655519" cy="1563618"/>
          </a:xfrm>
        </p:spPr>
        <p:txBody>
          <a:bodyPr anchor="b">
            <a:normAutofit/>
          </a:bodyPr>
          <a:lstStyle>
            <a:lvl1pPr marL="0" indent="0">
              <a:buNone/>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5594B28A-4C74-C14A-960D-ABD28BCC0EB4}" type="datetime1">
              <a:rPr lang="en-US" smtClean="0"/>
              <a:t>8/7/2026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FFF68E49-FB2F-EE46-BBC5-687EFFAC5B44}"/>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3A684535-D8D6-3C5C-2F48-CF561A53589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53CEFA-651F-E217-0B0C-E52881B35E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1F9794-829E-FFF3-35B9-FBE5704507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1C86891-1380-AD13-7BB7-52F437FF17F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93156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Ref idx="1001">
        <a:schemeClr val="bg1"/>
      </p:bgRef>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89E9313-4D10-F4B7-8D91-79EDA5D77209}"/>
              </a:ext>
            </a:extLst>
          </p:cNvPr>
          <p:cNvSpPr>
            <a:spLocks noGrp="1"/>
          </p:cNvSpPr>
          <p:nvPr>
            <p:ph type="title"/>
          </p:nvPr>
        </p:nvSpPr>
        <p:spPr>
          <a:xfrm>
            <a:off x="1207004" y="1073329"/>
            <a:ext cx="7876287" cy="3592629"/>
          </a:xfrm>
        </p:spPr>
        <p:txBody>
          <a:bodyPr anchor="b">
            <a:normAutofit/>
          </a:bodyPr>
          <a:lstStyle>
            <a:lvl1pPr>
              <a:defRPr sz="72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10" name="Text Placeholder 12">
            <a:extLst>
              <a:ext uri="{FF2B5EF4-FFF2-40B4-BE49-F238E27FC236}">
                <a16:creationId xmlns:a16="http://schemas.microsoft.com/office/drawing/2014/main" id="{9CF64426-6D11-A40D-4E5E-20B779D81EA7}"/>
              </a:ext>
            </a:extLst>
          </p:cNvPr>
          <p:cNvSpPr>
            <a:spLocks noGrp="1"/>
          </p:cNvSpPr>
          <p:nvPr>
            <p:ph type="body" sz="quarter" idx="17"/>
          </p:nvPr>
        </p:nvSpPr>
        <p:spPr>
          <a:xfrm>
            <a:off x="1207007" y="4715111"/>
            <a:ext cx="7375466" cy="1014984"/>
          </a:xfrm>
        </p:spPr>
        <p:txBody>
          <a:bodyPr anchor="t">
            <a:normAutofit/>
          </a:bodyPr>
          <a:lstStyle>
            <a:lvl1pPr marL="0" indent="0">
              <a:buNone/>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8CCD23C-B1EB-604C-96F1-0CF64015D152}" type="datetime1">
              <a:rPr lang="en-US" smtClean="0"/>
              <a:t>8/7/2026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54162085-B82B-D70C-0D7A-22C4D7233FBB}"/>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9B9AC621-2F3F-131D-52E8-A4984237541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3C01039-2702-D6CF-0CAF-7BDB73F165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76C98EB-F220-E16C-9F07-94D78E1A08D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F953B0C-5FF3-5CCF-848F-BB45DDA545A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03002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95400" y="1005840"/>
            <a:ext cx="9601200" cy="2621154"/>
          </a:xfrm>
        </p:spPr>
        <p:txBody>
          <a:bodyPr anchor="b" anchorCtr="0">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95400" y="3749039"/>
            <a:ext cx="9601200" cy="2103120"/>
          </a:xfrm>
        </p:spPr>
        <p:txBody>
          <a:bodyPr anchor="t" anchorCtr="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BE11430-0446-F343-817C-D9D2C78891B0}" type="datetime1">
              <a:rPr lang="en-US" smtClean="0"/>
              <a:t>8/7/2026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12" name="Group 11">
            <a:extLst>
              <a:ext uri="{FF2B5EF4-FFF2-40B4-BE49-F238E27FC236}">
                <a16:creationId xmlns:a16="http://schemas.microsoft.com/office/drawing/2014/main" id="{E52FAD7B-9B0A-857E-5CD0-3E3F44C18648}"/>
              </a:ext>
            </a:extLst>
          </p:cNvPr>
          <p:cNvGrpSpPr/>
          <p:nvPr userDrawn="1"/>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C00D7A0C-A4FC-D6C3-FB54-CEA8FB8E5330}"/>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4A9338F-57CD-1C5E-080E-1648C5C9F9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DEB5BD-7064-53F1-55A5-85BC50666D0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943BB38-B6FB-D943-9359-FE7ED3ABB29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266204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2103120"/>
            <a:ext cx="3931920" cy="2011680"/>
          </a:xfrm>
        </p:spPr>
        <p:txBody>
          <a:bodyPr anchor="b" anchorCtr="0">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724400" y="4177393"/>
            <a:ext cx="2743200" cy="1097280"/>
          </a:xfrm>
        </p:spPr>
        <p:txBody>
          <a:bodyPr anchor="t" anchorCtr="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9" name="Group 8">
            <a:extLst>
              <a:ext uri="{FF2B5EF4-FFF2-40B4-BE49-F238E27FC236}">
                <a16:creationId xmlns:a16="http://schemas.microsoft.com/office/drawing/2014/main" id="{8539BFE6-4C9C-5B1E-ED2D-D672723D9480}"/>
              </a:ext>
            </a:extLst>
          </p:cNvPr>
          <p:cNvGrpSpPr/>
          <p:nvPr userDrawn="1"/>
        </p:nvGrpSpPr>
        <p:grpSpPr>
          <a:xfrm>
            <a:off x="795290" y="400467"/>
            <a:ext cx="10603299" cy="6052793"/>
            <a:chOff x="795290" y="400467"/>
            <a:chExt cx="10603299" cy="6052793"/>
          </a:xfrm>
        </p:grpSpPr>
        <p:cxnSp>
          <p:nvCxnSpPr>
            <p:cNvPr id="10" name="Straight Connector 9">
              <a:extLst>
                <a:ext uri="{FF2B5EF4-FFF2-40B4-BE49-F238E27FC236}">
                  <a16:creationId xmlns:a16="http://schemas.microsoft.com/office/drawing/2014/main" id="{8E4F5756-0D00-A0C9-4813-70C9B7C191EE}"/>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2B78D9-04A0-2DE2-227F-950F1640461C}"/>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1CFAC1-EF4C-3A94-56C0-11F4FA3BBF8D}"/>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8629CBD-3927-3D28-1F30-9F6EA7453827}"/>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588387A3-E4C6-1FA3-B53D-8321DABF7F57}"/>
              </a:ext>
            </a:extLst>
          </p:cNvPr>
          <p:cNvSpPr/>
          <p:nvPr userDrawn="1"/>
        </p:nvSpPr>
        <p:spPr>
          <a:xfrm>
            <a:off x="3635480" y="966343"/>
            <a:ext cx="4921041" cy="4921041"/>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CD347A20-E5CE-D48A-532A-43A9AE6D845E}"/>
              </a:ext>
            </a:extLst>
          </p:cNvPr>
          <p:cNvGrpSpPr/>
          <p:nvPr userDrawn="1"/>
        </p:nvGrpSpPr>
        <p:grpSpPr>
          <a:xfrm>
            <a:off x="803185" y="0"/>
            <a:ext cx="10585629" cy="6858000"/>
            <a:chOff x="803185" y="0"/>
            <a:chExt cx="10585629" cy="6858000"/>
          </a:xfrm>
        </p:grpSpPr>
        <p:cxnSp>
          <p:nvCxnSpPr>
            <p:cNvPr id="17" name="Straight Connector 16">
              <a:extLst>
                <a:ext uri="{FF2B5EF4-FFF2-40B4-BE49-F238E27FC236}">
                  <a16:creationId xmlns:a16="http://schemas.microsoft.com/office/drawing/2014/main" id="{010530ED-939C-9AE3-E2AA-C67A3BAE230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1E0B585-5421-AB6C-F2B4-387F4FCC3B8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7F59087-71C3-F7D4-40F9-C5030341EBF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1F614F-4E8C-C510-F9CA-18D5C8F8000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8820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09800" y="1143000"/>
            <a:ext cx="7772400" cy="4572000"/>
          </a:xfrm>
        </p:spPr>
        <p:txBody>
          <a:bodyPr anchor="ctr" anchorCtr="0">
            <a:normAutofit/>
          </a:bodyPr>
          <a:lstStyle>
            <a:lvl1pPr algn="ctr">
              <a:defRPr sz="60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BC9FF77-C2BC-3842-9757-C2EBADB34099}" type="datetime1">
              <a:rPr lang="en-US" smtClean="0"/>
              <a:t>8/7/2026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grpSp>
        <p:nvGrpSpPr>
          <p:cNvPr id="3" name="Group 2">
            <a:extLst>
              <a:ext uri="{FF2B5EF4-FFF2-40B4-BE49-F238E27FC236}">
                <a16:creationId xmlns:a16="http://schemas.microsoft.com/office/drawing/2014/main" id="{48F319F3-7ADB-A297-31E7-B4ECAED75F6F}"/>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9342D09D-B576-2CDA-0E02-F693119B459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FE4725A-AB5F-A233-599A-4D9D5792EF7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E93BF32-D165-B68D-46A9-E4857CC06E9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DFA350C-9C20-0040-6C52-924473C264D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33087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010D0AB2-23BC-3043-AC30-5928E542C0CE}" type="datetime1">
              <a:rPr lang="en-US" smtClean="0"/>
              <a:t>8/7/2026</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364D07C-30EB-180E-ECA5-7D994FB6B458}"/>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1ADA6AEC-ECB3-F1C7-E764-B8ADFE06411F}"/>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80DB266-E37E-7698-DB7E-6D9E94BDFA72}"/>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219D4A54-15D9-3C99-7553-173F66B741B0}"/>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644712B6-CD65-6015-EC36-F8A05F355A6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082FE47-168D-894B-9992-69DDA276429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CB7F1E8-9C58-EB4B-7C58-F14781D8EA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0AA4AF-279E-969C-C602-1D4B7466E4B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56327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130040" y="1645920"/>
            <a:ext cx="3931920" cy="356616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3EE24C61-4277-DA47-BF4A-DCEFD7F4C6B4}" type="datetime1">
              <a:rPr lang="en-US" smtClean="0"/>
              <a:t>8/7/2026</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9" name="Group 8">
            <a:extLst>
              <a:ext uri="{FF2B5EF4-FFF2-40B4-BE49-F238E27FC236}">
                <a16:creationId xmlns:a16="http://schemas.microsoft.com/office/drawing/2014/main" id="{9B2419B5-61E2-FD73-4DC0-6BD4FEA22BC7}"/>
              </a:ext>
            </a:extLst>
          </p:cNvPr>
          <p:cNvGrpSpPr/>
          <p:nvPr/>
        </p:nvGrpSpPr>
        <p:grpSpPr>
          <a:xfrm>
            <a:off x="3357372" y="400050"/>
            <a:ext cx="5477256" cy="6053507"/>
            <a:chOff x="3357372" y="400050"/>
            <a:chExt cx="5477256" cy="6053507"/>
          </a:xfrm>
        </p:grpSpPr>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357372" y="690372"/>
              <a:ext cx="5477256" cy="5477256"/>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E90D9250-FE41-6A62-63E0-45557F7A8217}"/>
                </a:ext>
              </a:extLst>
            </p:cNvPr>
            <p:cNvCxnSpPr>
              <a:cxnSpLocks/>
            </p:cNvCxnSpPr>
            <p:nvPr/>
          </p:nvCxnSpPr>
          <p:spPr>
            <a:xfrm>
              <a:off x="6096000" y="400050"/>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B5D07D-F48B-B558-CC22-73A8D1D25CEC}"/>
                </a:ext>
              </a:extLst>
            </p:cNvPr>
            <p:cNvCxnSpPr>
              <a:cxnSpLocks/>
            </p:cNvCxnSpPr>
            <p:nvPr/>
          </p:nvCxnSpPr>
          <p:spPr>
            <a:xfrm>
              <a:off x="6096000" y="6163235"/>
              <a:ext cx="0" cy="290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1A553EE4-7656-051D-B9EA-5CE4DF67F1BC}"/>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B995F0C-E3CB-71F5-AA4A-3E0C2250F6D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4E96190-C8C5-5A5E-583F-A1FA14CA530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333EFCA-48D0-CA03-8F58-5201249ED94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8BC0BD-74F3-CF74-E3F6-B1AB0632536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812738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947160" y="1463040"/>
            <a:ext cx="4297680" cy="3931920"/>
          </a:xfrm>
        </p:spPr>
        <p:txBody>
          <a:bodyPr anchor="ctr" anchorCtr="0">
            <a:normAutofit/>
          </a:bodyPr>
          <a:lstStyle>
            <a:lvl1pPr algn="ctr">
              <a:defRPr sz="5000"/>
            </a:lvl1pPr>
          </a:lstStyle>
          <a:p>
            <a:r>
              <a:rPr lang="en-US"/>
              <a:t>Click to edit Master title style</a:t>
            </a:r>
            <a:endParaRPr lang="en-US" dirty="0"/>
          </a:p>
        </p:txBody>
      </p:sp>
      <p:sp>
        <p:nvSpPr>
          <p:cNvPr id="13" name="Footer Placeholder 12">
            <a:extLst>
              <a:ext uri="{FF2B5EF4-FFF2-40B4-BE49-F238E27FC236}">
                <a16:creationId xmlns:a16="http://schemas.microsoft.com/office/drawing/2014/main" id="{95EBEF67-1D90-5D54-354B-6412957B3BD7}"/>
              </a:ext>
            </a:extLst>
          </p:cNvPr>
          <p:cNvSpPr>
            <a:spLocks noGrp="1"/>
          </p:cNvSpPr>
          <p:nvPr>
            <p:ph type="ftr" sz="quarter" idx="11"/>
          </p:nvPr>
        </p:nvSpPr>
        <p:spPr/>
        <p:txBody>
          <a:bodyPr/>
          <a:lstStyle/>
          <a:p>
            <a:r>
              <a:rPr lang="en-US"/>
              <a:t>SAMPLE FOOTER TEXT</a:t>
            </a:r>
            <a:endParaRPr lang="en-US" dirty="0"/>
          </a:p>
        </p:txBody>
      </p:sp>
      <p:sp>
        <p:nvSpPr>
          <p:cNvPr id="12" name="Date Placeholder 11">
            <a:extLst>
              <a:ext uri="{FF2B5EF4-FFF2-40B4-BE49-F238E27FC236}">
                <a16:creationId xmlns:a16="http://schemas.microsoft.com/office/drawing/2014/main" id="{287A7C1D-E0BF-03ED-4BF5-BD5B7A5E2C20}"/>
              </a:ext>
            </a:extLst>
          </p:cNvPr>
          <p:cNvSpPr>
            <a:spLocks noGrp="1"/>
          </p:cNvSpPr>
          <p:nvPr>
            <p:ph type="dt" sz="half" idx="10"/>
          </p:nvPr>
        </p:nvSpPr>
        <p:spPr/>
        <p:txBody>
          <a:bodyPr/>
          <a:lstStyle/>
          <a:p>
            <a:fld id="{53D1C53B-D534-AA48-85B3-4F5B03DDCBA8}" type="datetime1">
              <a:rPr lang="en-US" smtClean="0"/>
              <a:t>8/7/2026</a:t>
            </a:fld>
            <a:endParaRPr lang="en-US" dirty="0"/>
          </a:p>
        </p:txBody>
      </p:sp>
      <p:sp>
        <p:nvSpPr>
          <p:cNvPr id="14" name="Slide Number Placeholder 13">
            <a:extLst>
              <a:ext uri="{FF2B5EF4-FFF2-40B4-BE49-F238E27FC236}">
                <a16:creationId xmlns:a16="http://schemas.microsoft.com/office/drawing/2014/main" id="{F13DCCFC-6C6C-BEE4-3288-E22430B7B05B}"/>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8" name="Oval 7">
            <a:extLst>
              <a:ext uri="{FF2B5EF4-FFF2-40B4-BE49-F238E27FC236}">
                <a16:creationId xmlns:a16="http://schemas.microsoft.com/office/drawing/2014/main" id="{4A04066B-2A84-9323-C5DA-5B348302F471}"/>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5B1BE2BD-7F8B-7C22-CFB1-672436A435C5}"/>
              </a:ext>
            </a:extLst>
          </p:cNvPr>
          <p:cNvCxnSpPr>
            <a:cxnSpLocks/>
            <a:endCxn id="8" idx="0"/>
          </p:cNvCxnSpPr>
          <p:nvPr/>
        </p:nvCxnSpPr>
        <p:spPr>
          <a:xfrm>
            <a:off x="6096000" y="0"/>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3605ED7-A153-EC6F-5FAD-36B4B4358E06}"/>
              </a:ext>
            </a:extLst>
          </p:cNvPr>
          <p:cNvCxnSpPr>
            <a:cxnSpLocks/>
            <a:stCxn id="8" idx="4"/>
          </p:cNvCxnSpPr>
          <p:nvPr/>
        </p:nvCxnSpPr>
        <p:spPr>
          <a:xfrm>
            <a:off x="6096000" y="6455664"/>
            <a:ext cx="0" cy="402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3C8215DB-D097-7C38-9C71-D1CFEFEF6A85}"/>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0A25622-E70C-87A2-8948-57015501A77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C90E86-9351-B357-1E5C-6FFBE66DCF8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02D9F6-1ABE-59A5-65EE-083DC0F5BBAD}"/>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95F9938-96CE-D789-BC11-3480B8489FD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59178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55032" y="862335"/>
            <a:ext cx="4389120" cy="512064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547100" y="816615"/>
            <a:ext cx="4389120" cy="5212080"/>
          </a:xfrm>
        </p:spPr>
        <p:txBody>
          <a:bodyPr anchor="ctr" anchorCtr="0">
            <a:normAutofit/>
          </a:bodyPr>
          <a:lstStyle>
            <a:lvl1pPr marL="285750" indent="-285750">
              <a:buFont typeface="Arial" panose="020B0604020202020204" pitchFamily="34" charset="0"/>
              <a:buChar char="•"/>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B2A7CB4E-BD8C-8E4D-91FF-B1939559C134}" type="datetime1">
              <a:rPr lang="en-US" smtClean="0"/>
              <a:t>8/7/2026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97BF5B-32BC-BBD0-CF2F-278F9759F7B8}"/>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1B8C6683-0AEB-503B-BAF1-51DAAF22F621}"/>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B2043B3-B90B-491D-9203-45C5F867EC8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AE574BD-DC36-6D57-B675-4DC205A2F99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0042C9-94A3-B61B-E948-DEAD329E857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2D93BD77-3686-B555-2FC0-ACF67E598393}"/>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406549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00623" y="822960"/>
            <a:ext cx="4342337" cy="2103120"/>
          </a:xfrm>
        </p:spPr>
        <p:txBody>
          <a:bodyPr anchor="t" anchorCtr="0">
            <a:normAutofit/>
          </a:bodyPr>
          <a:lstStyle>
            <a:lvl1pPr>
              <a:defRPr sz="40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89E984F9-2199-EBFA-F2CC-8763C190A200}"/>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6" name="Picture Placeholder 10">
            <a:extLst>
              <a:ext uri="{FF2B5EF4-FFF2-40B4-BE49-F238E27FC236}">
                <a16:creationId xmlns:a16="http://schemas.microsoft.com/office/drawing/2014/main" id="{3699909B-C939-96B1-BC6D-ADAB553102ED}"/>
              </a:ext>
            </a:extLst>
          </p:cNvPr>
          <p:cNvSpPr>
            <a:spLocks noGrp="1"/>
          </p:cNvSpPr>
          <p:nvPr>
            <p:ph type="pic" sz="quarter" idx="14" hasCustomPrompt="1"/>
          </p:nvPr>
        </p:nvSpPr>
        <p:spPr>
          <a:xfrm>
            <a:off x="804672" y="402336"/>
            <a:ext cx="5289176"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 b="2"/>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00623" y="3834765"/>
            <a:ext cx="4343400" cy="2103120"/>
          </a:xfrm>
        </p:spPr>
        <p:txBody>
          <a:bodyPr>
            <a:normAutofit/>
          </a:bodyPr>
          <a:lstStyle>
            <a:lvl1pPr marL="285750" indent="-285750">
              <a:lnSpc>
                <a:spcPct val="150000"/>
              </a:lnSpc>
              <a:buFont typeface="Arial" panose="020B0604020202020204" pitchFamily="34" charset="0"/>
              <a:buChar char="•"/>
              <a:defRPr sz="1800">
                <a:solidFill>
                  <a:schemeClr val="tx1"/>
                </a:solidFill>
              </a:defRPr>
            </a:lvl1pPr>
            <a:lvl2pPr marL="514350" indent="-285750">
              <a:lnSpc>
                <a:spcPct val="150000"/>
              </a:lnSpc>
              <a:buFont typeface="Arial" panose="020B0604020202020204" pitchFamily="34" charset="0"/>
              <a:buChar char="•"/>
              <a:defRPr sz="1600">
                <a:solidFill>
                  <a:schemeClr val="tx1"/>
                </a:solidFill>
              </a:defRPr>
            </a:lvl2pPr>
            <a:lvl3pPr marL="742950" indent="-285750">
              <a:lnSpc>
                <a:spcPct val="150000"/>
              </a:lnSpc>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7D52F3B9-F3FC-C6BA-2D5C-232401B1DDB5}"/>
              </a:ext>
            </a:extLst>
          </p:cNvPr>
          <p:cNvSpPr>
            <a:spLocks noGrp="1"/>
          </p:cNvSpPr>
          <p:nvPr>
            <p:ph type="dt" sz="half" idx="15"/>
          </p:nvPr>
        </p:nvSpPr>
        <p:spPr/>
        <p:txBody>
          <a:bodyPr/>
          <a:lstStyle>
            <a:lvl1pPr>
              <a:defRPr>
                <a:solidFill>
                  <a:schemeClr val="tx1"/>
                </a:solidFill>
              </a:defRPr>
            </a:lvl1pPr>
          </a:lstStyle>
          <a:p>
            <a:fld id="{4142E188-D61A-9842-B8A2-1559B3399613}" type="datetime1">
              <a:rPr lang="en-US" smtClean="0"/>
              <a:t>8/7/2026</a:t>
            </a:fld>
            <a:endParaRPr lang="en-US" dirty="0"/>
          </a:p>
        </p:txBody>
      </p:sp>
      <p:sp>
        <p:nvSpPr>
          <p:cNvPr id="11" name="Slide Number Placeholder 10">
            <a:extLst>
              <a:ext uri="{FF2B5EF4-FFF2-40B4-BE49-F238E27FC236}">
                <a16:creationId xmlns:a16="http://schemas.microsoft.com/office/drawing/2014/main" id="{FAA914D9-9468-7038-39C3-3B639A66D86E}"/>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4" name="Group 13">
            <a:extLst>
              <a:ext uri="{FF2B5EF4-FFF2-40B4-BE49-F238E27FC236}">
                <a16:creationId xmlns:a16="http://schemas.microsoft.com/office/drawing/2014/main" id="{B20CE65A-BB1E-AC85-3441-39F20A18F2A5}"/>
              </a:ext>
            </a:extLst>
          </p:cNvPr>
          <p:cNvGrpSpPr/>
          <p:nvPr/>
        </p:nvGrpSpPr>
        <p:grpSpPr>
          <a:xfrm>
            <a:off x="6093848" y="402336"/>
            <a:ext cx="5297241" cy="6053328"/>
            <a:chOff x="6093848" y="402336"/>
            <a:chExt cx="5297241" cy="6053328"/>
          </a:xfrm>
        </p:grpSpPr>
        <p:cxnSp>
          <p:nvCxnSpPr>
            <p:cNvPr id="8" name="Straight Connector 7">
              <a:extLst>
                <a:ext uri="{FF2B5EF4-FFF2-40B4-BE49-F238E27FC236}">
                  <a16:creationId xmlns:a16="http://schemas.microsoft.com/office/drawing/2014/main" id="{0B186CB7-6AEB-B743-4514-FD48EC8624B1}"/>
                </a:ext>
              </a:extLst>
            </p:cNvPr>
            <p:cNvCxnSpPr>
              <a:cxnSpLocks/>
            </p:cNvCxnSpPr>
            <p:nvPr/>
          </p:nvCxnSpPr>
          <p:spPr>
            <a:xfrm flipH="1">
              <a:off x="6093848" y="3425476"/>
              <a:ext cx="52972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6BA0EC0-9334-E3BD-A943-2A6CE641D18A}"/>
                </a:ext>
              </a:extLst>
            </p:cNvPr>
            <p:cNvCxnSpPr/>
            <p:nvPr/>
          </p:nvCxnSpPr>
          <p:spPr>
            <a:xfrm>
              <a:off x="609974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3E199F47-2C0A-4C3F-B557-642A89A02175}"/>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487DDCC1-3A31-C96B-B944-3D034E35CE5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521C807-39D4-D4AA-9527-8658CEF781D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2E28386-8201-E969-93C4-035054A6593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15476B2-B1B9-0305-3417-F5958B27BB8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9337864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0" name="Content Placeholder 9">
            <a:extLst>
              <a:ext uri="{FF2B5EF4-FFF2-40B4-BE49-F238E27FC236}">
                <a16:creationId xmlns:a16="http://schemas.microsoft.com/office/drawing/2014/main" id="{E79C5E13-DAC4-195E-1928-8B3D9E93B84D}"/>
              </a:ext>
            </a:extLst>
          </p:cNvPr>
          <p:cNvSpPr>
            <a:spLocks noGrp="1"/>
          </p:cNvSpPr>
          <p:nvPr>
            <p:ph sz="quarter" idx="14"/>
          </p:nvPr>
        </p:nvSpPr>
        <p:spPr>
          <a:xfrm>
            <a:off x="6604000" y="2184400"/>
            <a:ext cx="4298950" cy="2468563"/>
          </a:xfrm>
        </p:spPr>
        <p:txBody>
          <a:bodyPr anchor="ct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D0C1909-8EA0-3E44-B1AC-A9EA56584238}" type="datetime1">
              <a:rPr lang="en-US" smtClean="0"/>
              <a:t>8/7/2026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5D4AF90E-26F2-BCC1-1730-ECA670AFE5A9}"/>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387397F7-ED9A-8F00-3F67-261E1D3015B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A2613-2C66-F678-F8F9-98BC7AA76A7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9C37B4F-9C8D-F842-D910-EFB122B37B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9ABB5DB-6C07-7796-F8FD-C5EF39B54DC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 name="Straight Connector 2">
            <a:extLst>
              <a:ext uri="{FF2B5EF4-FFF2-40B4-BE49-F238E27FC236}">
                <a16:creationId xmlns:a16="http://schemas.microsoft.com/office/drawing/2014/main" id="{F1FF3CE0-FE95-A5D4-5EF7-60EA03431A10}"/>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457116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00752" y="816615"/>
            <a:ext cx="429768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789369" y="1045029"/>
            <a:ext cx="3900879" cy="4663440"/>
          </a:xfrm>
        </p:spPr>
        <p:txBody>
          <a:bodyPr anchor="ctr" anchorCtr="0">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752DD5A-B150-8340-8E59-4C8F3F7E3A59}" type="datetime1">
              <a:rPr lang="en-US" smtClean="0"/>
              <a:t>8/7/2026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1" name="Straight Connector 10">
            <a:extLst>
              <a:ext uri="{FF2B5EF4-FFF2-40B4-BE49-F238E27FC236}">
                <a16:creationId xmlns:a16="http://schemas.microsoft.com/office/drawing/2014/main" id="{382062BE-564D-E723-4D32-E97A7D6D9BFF}"/>
              </a:ext>
            </a:extLst>
          </p:cNvPr>
          <p:cNvCxnSpPr>
            <a:cxnSpLocks/>
          </p:cNvCxnSpPr>
          <p:nvPr/>
        </p:nvCxnSpPr>
        <p:spPr>
          <a:xfrm>
            <a:off x="609600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8724391A-72C8-59EB-093A-7DB51C79B077}"/>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8EFAD0B9-5EED-C0C3-D1D9-648F10ED7BE6}"/>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BB9583C-8B41-3D50-9FDD-E26958D31AFD}"/>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FEAC0D2-6922-25FF-877D-8CDA3D65C5E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28399D9-F337-D887-E4B6-C348B7A962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23146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55032" y="816615"/>
            <a:ext cx="4389120" cy="5212080"/>
          </a:xfrm>
        </p:spPr>
        <p:txBody>
          <a:bodyPr anchor="ctr" anchorCtr="0">
            <a:normAutofit/>
          </a:bodyPr>
          <a:lstStyle>
            <a:lvl1pPr algn="ctr">
              <a:defRPr sz="4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9" name="Content Placeholder 8">
            <a:extLst>
              <a:ext uri="{FF2B5EF4-FFF2-40B4-BE49-F238E27FC236}">
                <a16:creationId xmlns:a16="http://schemas.microsoft.com/office/drawing/2014/main" id="{14BC836E-EE23-E8E8-F704-10EB1EBA0744}"/>
              </a:ext>
            </a:extLst>
          </p:cNvPr>
          <p:cNvSpPr>
            <a:spLocks noGrp="1"/>
          </p:cNvSpPr>
          <p:nvPr>
            <p:ph sz="quarter" idx="14"/>
          </p:nvPr>
        </p:nvSpPr>
        <p:spPr>
          <a:xfrm>
            <a:off x="6545248" y="816615"/>
            <a:ext cx="4389104" cy="5224768"/>
          </a:xfrm>
        </p:spPr>
        <p:txBody>
          <a:bodyPr anchor="ct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FD936B8-E398-1A41-8DE9-58DDB113FEEA}" type="datetime1">
              <a:rPr lang="en-US" smtClean="0"/>
              <a:t>8/7/2026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8535B3E4-3247-E935-5816-43C07DF6498F}"/>
              </a:ext>
            </a:extLst>
          </p:cNvPr>
          <p:cNvCxnSpPr>
            <a:cxnSpLocks/>
          </p:cNvCxnSpPr>
          <p:nvPr/>
        </p:nvCxnSpPr>
        <p:spPr>
          <a:xfrm>
            <a:off x="6096000"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80567FB-D8E5-4494-8865-28151857CC4C}"/>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312D679A-B370-3459-D826-984A8FAAB54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A0B87DB-56D9-FC57-14D7-948086B86C1B}"/>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510EE14-987F-5583-91B2-3C68EE913C1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1296E2B-A6A5-A82B-D158-69450A5EA39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9071652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5">
    <p:bg>
      <p:bgPr>
        <a:solidFill>
          <a:schemeClr val="accent3"/>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1BE259E-88AB-BB2B-BAA5-9AF1880F5457}"/>
              </a:ext>
            </a:extLst>
          </p:cNvPr>
          <p:cNvSpPr>
            <a:spLocks noGrp="1"/>
          </p:cNvSpPr>
          <p:nvPr>
            <p:ph type="title"/>
          </p:nvPr>
        </p:nvSpPr>
        <p:spPr>
          <a:xfrm>
            <a:off x="1066800" y="640080"/>
            <a:ext cx="10058400" cy="73151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66800" y="1463040"/>
            <a:ext cx="10058400"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E2752B3-7BF7-614C-A80A-1256FFE41AD1}" type="datetime1">
              <a:rPr lang="en-US" smtClean="0"/>
              <a:t>8/7/2026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70FE2746-CBB4-791D-92ED-7D4BA96D0C98}"/>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B872F8CD-9781-5B69-6A2F-ACD2927779D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209B7C8-C55B-17E4-6C60-9C15BB7A632E}"/>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F0942E2-D6E0-4A3B-CF5E-C7A8F0B917C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5B6906-9443-FEB0-23E3-78142F3660A8}"/>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1634946"/>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6">
    <p:bg>
      <p:bgPr>
        <a:solidFill>
          <a:schemeClr val="accent3"/>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3C509E-C7AC-2821-160D-02A10B5843BE}"/>
              </a:ext>
            </a:extLst>
          </p:cNvPr>
          <p:cNvSpPr>
            <a:spLocks noGrp="1"/>
          </p:cNvSpPr>
          <p:nvPr>
            <p:ph type="title"/>
          </p:nvPr>
        </p:nvSpPr>
        <p:spPr>
          <a:xfrm>
            <a:off x="1069849" y="640080"/>
            <a:ext cx="10058400" cy="731519"/>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Content Placeholder 10">
            <a:extLst>
              <a:ext uri="{FF2B5EF4-FFF2-40B4-BE49-F238E27FC236}">
                <a16:creationId xmlns:a16="http://schemas.microsoft.com/office/drawing/2014/main" id="{B53C0EFA-B5AE-CA80-DC77-DA3E8AC5A304}"/>
              </a:ext>
            </a:extLst>
          </p:cNvPr>
          <p:cNvSpPr>
            <a:spLocks noGrp="1"/>
          </p:cNvSpPr>
          <p:nvPr>
            <p:ph sz="quarter" idx="14"/>
          </p:nvPr>
        </p:nvSpPr>
        <p:spPr>
          <a:xfrm>
            <a:off x="1069975" y="1463675"/>
            <a:ext cx="10052050" cy="4754563"/>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0482BA7-8406-1C47-9A76-988652CA5787}" type="datetime1">
              <a:rPr lang="en-US" smtClean="0"/>
              <a:t>8/7/2026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2" name="Group 11">
            <a:extLst>
              <a:ext uri="{FF2B5EF4-FFF2-40B4-BE49-F238E27FC236}">
                <a16:creationId xmlns:a16="http://schemas.microsoft.com/office/drawing/2014/main" id="{2D0433CD-47AD-50BF-BD73-0A8881E7799F}"/>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F453102-CF88-5F5D-F01F-D55DFF9F821B}"/>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331B85-F551-1D98-E249-E17615E9AA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F1728A5-B526-3330-7A6A-8E6E4F5AB12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C48EDDF-9CB1-4C44-B1E2-CC97C6F10B36}"/>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880492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25002" y="786386"/>
            <a:ext cx="276991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2"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225002" y="2899068"/>
            <a:ext cx="276991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79F03E26-E542-1A4D-AC7A-1E4E95BAEC6A}" type="datetime1">
              <a:rPr lang="en-US" smtClean="0"/>
              <a:t>8/7/2026</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7790269"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6F5C2EA-B780-9C9C-77C2-9C6E76A40453}"/>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D856C059-7605-4C77-F758-743839E0750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D5A105-823E-7F57-9BD9-B921E9D0B77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2C3FE9-B32A-64E0-FF0E-729AFCAC0FF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29F84BA-E3BA-190A-D926-B57563866DF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2709368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6"/>
            <a:ext cx="2733933" cy="196596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160F07FB-C605-C475-2466-273F0A36622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207008" y="2899068"/>
            <a:ext cx="2733933" cy="315426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397207" y="396510"/>
            <a:ext cx="6984300" cy="605688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8" t="97"/>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A967EAB-987E-5A82-3A52-4B05A2268E08}"/>
              </a:ext>
            </a:extLst>
          </p:cNvPr>
          <p:cNvSpPr>
            <a:spLocks noGrp="1"/>
          </p:cNvSpPr>
          <p:nvPr>
            <p:ph type="dt" sz="half" idx="15"/>
          </p:nvPr>
        </p:nvSpPr>
        <p:spPr/>
        <p:txBody>
          <a:bodyPr/>
          <a:lstStyle>
            <a:lvl1pPr>
              <a:defRPr>
                <a:solidFill>
                  <a:schemeClr val="tx1"/>
                </a:solidFill>
              </a:defRPr>
            </a:lvl1pPr>
          </a:lstStyle>
          <a:p>
            <a:fld id="{115476B0-E2C7-E147-B9CE-3E274E847A52}" type="datetime1">
              <a:rPr lang="en-US" smtClean="0"/>
              <a:t>8/7/2026</a:t>
            </a:fld>
            <a:endParaRPr lang="en-US" dirty="0"/>
          </a:p>
        </p:txBody>
      </p:sp>
      <p:sp>
        <p:nvSpPr>
          <p:cNvPr id="10" name="Slide Number Placeholder 9">
            <a:extLst>
              <a:ext uri="{FF2B5EF4-FFF2-40B4-BE49-F238E27FC236}">
                <a16:creationId xmlns:a16="http://schemas.microsoft.com/office/drawing/2014/main" id="{CDB01B09-0705-352B-A1FA-3E626EF06916}"/>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FCEB4D60-2464-A9C4-215B-159431C1081B}"/>
              </a:ext>
            </a:extLst>
          </p:cNvPr>
          <p:cNvCxnSpPr/>
          <p:nvPr/>
        </p:nvCxnSpPr>
        <p:spPr>
          <a:xfrm>
            <a:off x="4392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2B306094-CD46-FD37-15EF-7C5ED43D2E04}"/>
              </a:ext>
            </a:extLst>
          </p:cNvPr>
          <p:cNvGrpSpPr/>
          <p:nvPr/>
        </p:nvGrpSpPr>
        <p:grpSpPr>
          <a:xfrm>
            <a:off x="803185" y="0"/>
            <a:ext cx="10585629" cy="6858000"/>
            <a:chOff x="803185" y="0"/>
            <a:chExt cx="10585629" cy="6858000"/>
          </a:xfrm>
        </p:grpSpPr>
        <p:cxnSp>
          <p:nvCxnSpPr>
            <p:cNvPr id="15" name="Straight Connector 14">
              <a:extLst>
                <a:ext uri="{FF2B5EF4-FFF2-40B4-BE49-F238E27FC236}">
                  <a16:creationId xmlns:a16="http://schemas.microsoft.com/office/drawing/2014/main" id="{1313FC44-1419-B29C-2719-5D21B5FAB87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E635384-8C2F-F008-F19F-E7277C4CD824}"/>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F94D592-13C7-2B81-775C-17CEE45C682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AAC0629-36FF-17F3-D1B6-1FFADC425E40}"/>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4693569"/>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4292076"/>
            <a:ext cx="3291840" cy="1737355"/>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400050"/>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4292076"/>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0D7DCC1-5043-7A46-8443-F8426D5EAB75}" type="datetime1">
              <a:rPr lang="en-US" smtClean="0"/>
              <a:t>8/7/2026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4018394"/>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684331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329184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63440" y="786384"/>
            <a:ext cx="6309360" cy="17373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0255FBD2-735E-C257-607E-CB2F585DBBEE}"/>
              </a:ext>
            </a:extLst>
          </p:cNvPr>
          <p:cNvSpPr>
            <a:spLocks noGrp="1"/>
          </p:cNvSpPr>
          <p:nvPr>
            <p:ph type="pic" sz="quarter" idx="15" hasCustomPrompt="1"/>
          </p:nvPr>
        </p:nvSpPr>
        <p:spPr>
          <a:xfrm>
            <a:off x="815340" y="2831629"/>
            <a:ext cx="10561320" cy="3602303"/>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b="-17566"/>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1A2963D-70FD-3A42-A53A-2480966C033D}" type="datetime1">
              <a:rPr lang="en-US" smtClean="0"/>
              <a:t>8/7/2026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0B41AB78-00EA-C6DB-5859-59235D680038}"/>
              </a:ext>
            </a:extLst>
          </p:cNvPr>
          <p:cNvCxnSpPr>
            <a:cxnSpLocks/>
          </p:cNvCxnSpPr>
          <p:nvPr/>
        </p:nvCxnSpPr>
        <p:spPr>
          <a:xfrm>
            <a:off x="803185" y="2802870"/>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E402F3EE-5A8F-A913-E4A4-DE5F2B1F2E2B}"/>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AFB51874-0819-129D-10E6-493F10681A3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DD5B01-D5A3-844C-1227-68F4BC23071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2B9A768-047B-4797-F4FA-1949EC09586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5CE28C1-4A24-5039-21A3-CAB1FFE878C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278898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80960" y="786385"/>
            <a:ext cx="3291840" cy="1499615"/>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4354FEC1-7004-7D66-39C0-5B3A0B2E4669}"/>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400050"/>
            <a:ext cx="6452176" cy="605295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9" t="38" r="-126"/>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0960" y="2468880"/>
            <a:ext cx="3291840" cy="3549735"/>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BFF019D-CA37-05FF-D534-08FDF17D319F}"/>
              </a:ext>
            </a:extLst>
          </p:cNvPr>
          <p:cNvSpPr>
            <a:spLocks noGrp="1"/>
          </p:cNvSpPr>
          <p:nvPr>
            <p:ph type="dt" sz="half" idx="15"/>
          </p:nvPr>
        </p:nvSpPr>
        <p:spPr/>
        <p:txBody>
          <a:bodyPr/>
          <a:lstStyle>
            <a:lvl1pPr>
              <a:defRPr>
                <a:solidFill>
                  <a:schemeClr val="tx1"/>
                </a:solidFill>
              </a:defRPr>
            </a:lvl1pPr>
          </a:lstStyle>
          <a:p>
            <a:fld id="{F1A8FB16-FCFB-DA44-98E9-136CD51670D6}" type="datetime1">
              <a:rPr lang="en-US" smtClean="0"/>
              <a:t>8/7/2026</a:t>
            </a:fld>
            <a:endParaRPr lang="en-US" dirty="0"/>
          </a:p>
        </p:txBody>
      </p:sp>
      <p:sp>
        <p:nvSpPr>
          <p:cNvPr id="6" name="Slide Number Placeholder 5">
            <a:extLst>
              <a:ext uri="{FF2B5EF4-FFF2-40B4-BE49-F238E27FC236}">
                <a16:creationId xmlns:a16="http://schemas.microsoft.com/office/drawing/2014/main" id="{33C82A8A-3017-C293-CAA4-79DAC74143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49BCF003-D6AC-D9E0-C254-602FAE60278B}"/>
              </a:ext>
            </a:extLst>
          </p:cNvPr>
          <p:cNvCxnSpPr/>
          <p:nvPr/>
        </p:nvCxnSpPr>
        <p:spPr>
          <a:xfrm>
            <a:off x="726701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980CB927-6193-3B14-8326-BBA8970C4F38}"/>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0BDFF263-1BF6-293B-B046-2941778BCA54}"/>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DA48FB5-B732-D35D-2F75-840EFFCA6EF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64D5118-DFE8-485E-6BE3-B042C0129B0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C779D56-9125-9DD5-D919-9FBC4DE4C9C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888302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10492" y="790302"/>
            <a:ext cx="3291840" cy="1499616"/>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72F358B6-BD90-E536-E301-EAF518F93DDB}"/>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2468880"/>
            <a:ext cx="3291840" cy="3547872"/>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925692" y="402336"/>
            <a:ext cx="6455664"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271" t="1" r="-2"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4F65757A-4818-B0C9-F86A-A70480EA9B0B}"/>
              </a:ext>
            </a:extLst>
          </p:cNvPr>
          <p:cNvSpPr>
            <a:spLocks noGrp="1"/>
          </p:cNvSpPr>
          <p:nvPr>
            <p:ph type="dt" sz="half" idx="15"/>
          </p:nvPr>
        </p:nvSpPr>
        <p:spPr/>
        <p:txBody>
          <a:bodyPr/>
          <a:lstStyle>
            <a:lvl1pPr>
              <a:defRPr>
                <a:solidFill>
                  <a:schemeClr val="tx1"/>
                </a:solidFill>
              </a:defRPr>
            </a:lvl1pPr>
          </a:lstStyle>
          <a:p>
            <a:fld id="{58EFB3A8-11B5-7149-8412-15238624EFFD}" type="datetime1">
              <a:rPr lang="en-US" smtClean="0"/>
              <a:t>8/7/2026</a:t>
            </a:fld>
            <a:endParaRPr lang="en-US" dirty="0"/>
          </a:p>
        </p:txBody>
      </p:sp>
      <p:sp>
        <p:nvSpPr>
          <p:cNvPr id="9" name="Slide Number Placeholder 8">
            <a:extLst>
              <a:ext uri="{FF2B5EF4-FFF2-40B4-BE49-F238E27FC236}">
                <a16:creationId xmlns:a16="http://schemas.microsoft.com/office/drawing/2014/main" id="{BF0B5840-4614-F082-0EE8-166E877279E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53BE0255-54E9-B23E-623C-F5C3D5397CDC}"/>
              </a:ext>
            </a:extLst>
          </p:cNvPr>
          <p:cNvCxnSpPr/>
          <p:nvPr/>
        </p:nvCxnSpPr>
        <p:spPr>
          <a:xfrm>
            <a:off x="491166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7B048E29-F249-FCD5-75C6-EF3AD5392084}"/>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B581520-7C65-58B5-6A72-4A87A2886B4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6D33EF2-FCD9-64BB-D5BD-71A6C1A0BCAF}"/>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74CC74B-22E1-1F2A-8B43-52BB3A2671A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33C6DA-321C-7253-1FDF-F238DBFA8DA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42167749"/>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7" y="786384"/>
            <a:ext cx="5456295" cy="100584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39D9456A-3FB8-5960-7F55-D6B686CFFC7B}"/>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7" y="1920240"/>
            <a:ext cx="5456295"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078133" y="402336"/>
            <a:ext cx="4307415"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549" r="-1547"/>
            </a:stretch>
          </a:blipFill>
        </p:spPr>
        <p:txBody>
          <a:bodyPr/>
          <a:lstStyle>
            <a:lvl1pPr marL="0" indent="0">
              <a:buNone/>
              <a:defRPr/>
            </a:lvl1pPr>
          </a:lstStyle>
          <a:p>
            <a:r>
              <a:rPr lang="en-US" dirty="0"/>
              <a:t> </a:t>
            </a:r>
          </a:p>
        </p:txBody>
      </p:sp>
      <p:sp>
        <p:nvSpPr>
          <p:cNvPr id="9" name="Date Placeholder 8">
            <a:extLst>
              <a:ext uri="{FF2B5EF4-FFF2-40B4-BE49-F238E27FC236}">
                <a16:creationId xmlns:a16="http://schemas.microsoft.com/office/drawing/2014/main" id="{C242EA1D-81E7-620D-1BD8-6D18329BD220}"/>
              </a:ext>
            </a:extLst>
          </p:cNvPr>
          <p:cNvSpPr>
            <a:spLocks noGrp="1"/>
          </p:cNvSpPr>
          <p:nvPr>
            <p:ph type="dt" sz="half" idx="15"/>
          </p:nvPr>
        </p:nvSpPr>
        <p:spPr/>
        <p:txBody>
          <a:bodyPr/>
          <a:lstStyle>
            <a:lvl1pPr>
              <a:defRPr>
                <a:solidFill>
                  <a:schemeClr val="tx1"/>
                </a:solidFill>
              </a:defRPr>
            </a:lvl1pPr>
          </a:lstStyle>
          <a:p>
            <a:fld id="{650FCFAB-53E3-A342-A296-D67E0AB8D0CD}" type="datetime1">
              <a:rPr lang="en-US" smtClean="0"/>
              <a:t>8/7/2026</a:t>
            </a:fld>
            <a:endParaRPr lang="en-US" dirty="0"/>
          </a:p>
        </p:txBody>
      </p:sp>
      <p:sp>
        <p:nvSpPr>
          <p:cNvPr id="12" name="Slide Number Placeholder 11">
            <a:extLst>
              <a:ext uri="{FF2B5EF4-FFF2-40B4-BE49-F238E27FC236}">
                <a16:creationId xmlns:a16="http://schemas.microsoft.com/office/drawing/2014/main" id="{C81505A7-ADCB-6529-BE02-48BD8F2CFD0A}"/>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40A70D03-884A-50D9-2A83-C93ADDD49A38}"/>
              </a:ext>
            </a:extLst>
          </p:cNvPr>
          <p:cNvCxnSpPr/>
          <p:nvPr/>
        </p:nvCxnSpPr>
        <p:spPr>
          <a:xfrm>
            <a:off x="7054440"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9C2927C-12EE-49B3-DF99-04A869F1E12B}"/>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D0EFC1CE-B3AD-ED82-4797-595D2898220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42A2DBA-4EA6-1D56-360C-A2123A287B6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81C874-21DE-792C-9FEE-BF48EECBBC6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86A35DD-6C6E-B96F-0038-DD2CD277792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15732987"/>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77840" y="786384"/>
            <a:ext cx="5394960" cy="1005840"/>
          </a:xfrm>
        </p:spPr>
        <p:txBody>
          <a:bodyPr anchor="b"/>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6626D65-1470-5355-C0AB-4C755AE36464}"/>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5" name="Picture Placeholder 10">
            <a:extLst>
              <a:ext uri="{FF2B5EF4-FFF2-40B4-BE49-F238E27FC236}">
                <a16:creationId xmlns:a16="http://schemas.microsoft.com/office/drawing/2014/main" id="{26947C16-472E-02E4-EE92-74FC49AB3821}"/>
              </a:ext>
            </a:extLst>
          </p:cNvPr>
          <p:cNvSpPr>
            <a:spLocks noGrp="1"/>
          </p:cNvSpPr>
          <p:nvPr>
            <p:ph type="pic" sz="quarter" idx="13" hasCustomPrompt="1"/>
          </p:nvPr>
        </p:nvSpPr>
        <p:spPr>
          <a:xfrm>
            <a:off x="801700" y="402336"/>
            <a:ext cx="4382592"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23" t="151" r="-225" b="-15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577840" y="1920240"/>
            <a:ext cx="539496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A103F24-F909-9BD0-1CE0-3AFA9296B696}"/>
              </a:ext>
            </a:extLst>
          </p:cNvPr>
          <p:cNvSpPr>
            <a:spLocks noGrp="1"/>
          </p:cNvSpPr>
          <p:nvPr>
            <p:ph type="dt" sz="half" idx="15"/>
          </p:nvPr>
        </p:nvSpPr>
        <p:spPr/>
        <p:txBody>
          <a:bodyPr/>
          <a:lstStyle>
            <a:lvl1pPr>
              <a:defRPr>
                <a:solidFill>
                  <a:schemeClr val="tx1"/>
                </a:solidFill>
              </a:defRPr>
            </a:lvl1pPr>
          </a:lstStyle>
          <a:p>
            <a:fld id="{8DC46901-11EF-4445-8903-DC36784F331E}" type="datetime1">
              <a:rPr lang="en-US" smtClean="0"/>
              <a:t>8/7/2026</a:t>
            </a:fld>
            <a:endParaRPr lang="en-US" dirty="0"/>
          </a:p>
        </p:txBody>
      </p:sp>
      <p:sp>
        <p:nvSpPr>
          <p:cNvPr id="9" name="Slide Number Placeholder 8">
            <a:extLst>
              <a:ext uri="{FF2B5EF4-FFF2-40B4-BE49-F238E27FC236}">
                <a16:creationId xmlns:a16="http://schemas.microsoft.com/office/drawing/2014/main" id="{BD147767-378C-917C-1CEA-C28D4F2BD421}"/>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4" name="Straight Connector 13">
            <a:extLst>
              <a:ext uri="{FF2B5EF4-FFF2-40B4-BE49-F238E27FC236}">
                <a16:creationId xmlns:a16="http://schemas.microsoft.com/office/drawing/2014/main" id="{FFB8D92F-DD5D-21B4-7D10-80457CCEDEC0}"/>
              </a:ext>
            </a:extLst>
          </p:cNvPr>
          <p:cNvCxnSpPr/>
          <p:nvPr/>
        </p:nvCxnSpPr>
        <p:spPr>
          <a:xfrm>
            <a:off x="5185777"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63C3FE30-EF8F-C27D-E8AB-BB565902B9FB}"/>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DB333B6-9BB2-24CF-B636-1E04F141121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9F5CADF-5A1B-0BEC-D60A-C6D3AF70F2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85755C8-3D3B-E5E6-1F70-528A7BCA65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E6F374D-A3D9-FD1D-A133-794607CFD7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06481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3749040"/>
            <a:ext cx="2834640" cy="228600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4" name="Picture Placeholder 10">
            <a:extLst>
              <a:ext uri="{FF2B5EF4-FFF2-40B4-BE49-F238E27FC236}">
                <a16:creationId xmlns:a16="http://schemas.microsoft.com/office/drawing/2014/main" id="{C31E5265-51B9-0DA3-10B4-945EE4951744}"/>
              </a:ext>
            </a:extLst>
          </p:cNvPr>
          <p:cNvSpPr>
            <a:spLocks noGrp="1"/>
          </p:cNvSpPr>
          <p:nvPr>
            <p:ph type="pic" sz="quarter" idx="13" hasCustomPrompt="1"/>
          </p:nvPr>
        </p:nvSpPr>
        <p:spPr>
          <a:xfrm>
            <a:off x="815340" y="406401"/>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442"/>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3749040"/>
            <a:ext cx="6858000" cy="228600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BB5C750C-98D3-2541-9DBA-212130458E4E}" type="datetime1">
              <a:rPr lang="en-US" smtClean="0"/>
              <a:t>8/7/2026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E87DF89E-6618-A2A2-BC84-986CED89FCC1}"/>
              </a:ext>
            </a:extLst>
          </p:cNvPr>
          <p:cNvCxnSpPr>
            <a:cxnSpLocks/>
          </p:cNvCxnSpPr>
          <p:nvPr/>
        </p:nvCxnSpPr>
        <p:spPr>
          <a:xfrm>
            <a:off x="803185" y="3412227"/>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1A396D86-8A66-3FA9-3546-3A1F85779074}"/>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7D844445-C27C-0A5B-2D4A-490DC1664AD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629BDA0-67DC-312E-1148-3B3D607358C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B6FA474-6534-5F04-1B35-0A8CB67144C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3F2445-DE75-8F1D-AF29-50897C3A8D1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14731708"/>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2834640" cy="21945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4C41AE8B-FC59-39B1-281C-D38D03D05BCD}"/>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786384"/>
            <a:ext cx="6858000" cy="2194560"/>
          </a:xfrm>
        </p:spPr>
        <p:txBody>
          <a:bodyPr>
            <a:no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5340" y="3461829"/>
            <a:ext cx="10561320" cy="2987416"/>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628" b="-1"/>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FAAB489A-1FCE-1E30-E1BC-2F89D0AEA64A}"/>
              </a:ext>
            </a:extLst>
          </p:cNvPr>
          <p:cNvSpPr>
            <a:spLocks noGrp="1"/>
          </p:cNvSpPr>
          <p:nvPr>
            <p:ph type="dt" sz="half" idx="15"/>
          </p:nvPr>
        </p:nvSpPr>
        <p:spPr/>
        <p:txBody>
          <a:bodyPr/>
          <a:lstStyle>
            <a:lvl1pPr>
              <a:defRPr>
                <a:solidFill>
                  <a:schemeClr val="tx1"/>
                </a:solidFill>
              </a:defRPr>
            </a:lvl1pPr>
          </a:lstStyle>
          <a:p>
            <a:fld id="{91C99844-6C9E-BB4D-8B47-7C2CC32AAC02}" type="datetime1">
              <a:rPr lang="en-US" smtClean="0"/>
              <a:t>8/7/2026</a:t>
            </a:fld>
            <a:endParaRPr lang="en-US" dirty="0"/>
          </a:p>
        </p:txBody>
      </p:sp>
      <p:sp>
        <p:nvSpPr>
          <p:cNvPr id="10" name="Slide Number Placeholder 9">
            <a:extLst>
              <a:ext uri="{FF2B5EF4-FFF2-40B4-BE49-F238E27FC236}">
                <a16:creationId xmlns:a16="http://schemas.microsoft.com/office/drawing/2014/main" id="{8E037D5D-163A-01CE-9AE6-33821E23DCC5}"/>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400730B6-4EF5-7F9C-E6DB-635C947CFEE3}"/>
              </a:ext>
            </a:extLst>
          </p:cNvPr>
          <p:cNvCxnSpPr>
            <a:cxnSpLocks/>
          </p:cNvCxnSpPr>
          <p:nvPr/>
        </p:nvCxnSpPr>
        <p:spPr>
          <a:xfrm>
            <a:off x="803185" y="3443041"/>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91AE5A9-CF62-A508-3C2C-E3BE594AC2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ECCEFB20-F364-CF05-360F-6CC5D88ACC5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1BD6A10-DA26-A78C-A5C9-6E848476002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879492A-67D3-53D1-F50F-DBC8A33D2459}"/>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72D47D6-60C0-53E4-BD56-F71C892CDD5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5723160"/>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786384"/>
            <a:ext cx="566928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AD0F53A5-B7B2-D195-CE9A-F93E7073A7FF}"/>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5544"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 r="-527"/>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303520"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60DA056-F89A-AE3C-C34A-38BEC586914B}"/>
              </a:ext>
            </a:extLst>
          </p:cNvPr>
          <p:cNvSpPr>
            <a:spLocks noGrp="1"/>
          </p:cNvSpPr>
          <p:nvPr>
            <p:ph type="dt" sz="half" idx="15"/>
          </p:nvPr>
        </p:nvSpPr>
        <p:spPr/>
        <p:txBody>
          <a:bodyPr/>
          <a:lstStyle>
            <a:lvl1pPr>
              <a:defRPr>
                <a:solidFill>
                  <a:schemeClr val="tx1"/>
                </a:solidFill>
              </a:defRPr>
            </a:lvl1pPr>
          </a:lstStyle>
          <a:p>
            <a:fld id="{97582611-C0A2-BD42-A8F7-C2F9A013F10C}" type="datetime1">
              <a:rPr lang="en-US" smtClean="0"/>
              <a:t>8/7/2026</a:t>
            </a:fld>
            <a:endParaRPr lang="en-US" dirty="0"/>
          </a:p>
        </p:txBody>
      </p:sp>
      <p:sp>
        <p:nvSpPr>
          <p:cNvPr id="10" name="Slide Number Placeholder 9">
            <a:extLst>
              <a:ext uri="{FF2B5EF4-FFF2-40B4-BE49-F238E27FC236}">
                <a16:creationId xmlns:a16="http://schemas.microsoft.com/office/drawing/2014/main" id="{BCEB9FDE-D96C-0906-A793-822DD355B400}"/>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3" name="Straight Connector 12">
            <a:extLst>
              <a:ext uri="{FF2B5EF4-FFF2-40B4-BE49-F238E27FC236}">
                <a16:creationId xmlns:a16="http://schemas.microsoft.com/office/drawing/2014/main" id="{60DB4CF5-18AD-6BFC-8AA3-4292C4318D77}"/>
              </a:ext>
            </a:extLst>
          </p:cNvPr>
          <p:cNvCxnSpPr>
            <a:cxnSpLocks/>
          </p:cNvCxnSpPr>
          <p:nvPr/>
        </p:nvCxnSpPr>
        <p:spPr>
          <a:xfrm>
            <a:off x="4912108"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2AFAE229-30B5-59F6-95B3-5A0028AA9FD0}"/>
              </a:ext>
            </a:extLst>
          </p:cNvPr>
          <p:cNvGrpSpPr/>
          <p:nvPr/>
        </p:nvGrpSpPr>
        <p:grpSpPr>
          <a:xfrm>
            <a:off x="803185" y="0"/>
            <a:ext cx="10585629" cy="6858000"/>
            <a:chOff x="803185" y="0"/>
            <a:chExt cx="10585629" cy="6858000"/>
          </a:xfrm>
        </p:grpSpPr>
        <p:cxnSp>
          <p:nvCxnSpPr>
            <p:cNvPr id="6" name="Straight Connector 5">
              <a:extLst>
                <a:ext uri="{FF2B5EF4-FFF2-40B4-BE49-F238E27FC236}">
                  <a16:creationId xmlns:a16="http://schemas.microsoft.com/office/drawing/2014/main" id="{BF9983B3-9D4B-C7C3-42B6-FC4112EDA17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9FE12F5-E33A-8435-EC5D-4056ACEF775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30088E3-D111-48BB-2932-C12F38A348E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19E4F3-5171-B07A-3705-6FF5F7EC506B}"/>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8789634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5669280" cy="914400"/>
          </a:xfrm>
        </p:spPr>
        <p:txBody>
          <a:bodyPr anchor="b"/>
          <a:lstStyle>
            <a:lvl1pPr>
              <a:defRPr sz="3200">
                <a:solidFill>
                  <a:schemeClr val="tx1"/>
                </a:solidFill>
              </a:defRPr>
            </a:lvl1pPr>
          </a:lstStyle>
          <a:p>
            <a:r>
              <a:rPr lang="en-US"/>
              <a:t>Click to edit Master title style</a:t>
            </a:r>
            <a:endParaRPr lang="en-US" dirty="0"/>
          </a:p>
        </p:txBody>
      </p:sp>
      <p:sp>
        <p:nvSpPr>
          <p:cNvPr id="9" name="Footer Placeholder 8">
            <a:extLst>
              <a:ext uri="{FF2B5EF4-FFF2-40B4-BE49-F238E27FC236}">
                <a16:creationId xmlns:a16="http://schemas.microsoft.com/office/drawing/2014/main" id="{0169C89B-17A4-F382-1720-170DCCD7B6E7}"/>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207008" y="1828800"/>
            <a:ext cx="566928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226A60F8-6BFE-EE58-8E8B-8E42FCDABF08}"/>
              </a:ext>
            </a:extLst>
          </p:cNvPr>
          <p:cNvSpPr>
            <a:spLocks noGrp="1"/>
          </p:cNvSpPr>
          <p:nvPr>
            <p:ph type="pic" sz="quarter" idx="13" hasCustomPrompt="1"/>
          </p:nvPr>
        </p:nvSpPr>
        <p:spPr>
          <a:xfrm>
            <a:off x="7280239" y="400051"/>
            <a:ext cx="4098966" cy="6052952"/>
          </a:xfrm>
          <a:blipFill dpi="0" rotWithShape="1">
            <a:blip r:embed="rId2">
              <a:alphaModFix amt="25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r="-198"/>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6658DE0-8FDC-961F-A73B-ED321A160D7A}"/>
              </a:ext>
            </a:extLst>
          </p:cNvPr>
          <p:cNvSpPr>
            <a:spLocks noGrp="1"/>
          </p:cNvSpPr>
          <p:nvPr>
            <p:ph type="dt" sz="half" idx="15"/>
          </p:nvPr>
        </p:nvSpPr>
        <p:spPr/>
        <p:txBody>
          <a:bodyPr/>
          <a:lstStyle>
            <a:lvl1pPr>
              <a:defRPr>
                <a:solidFill>
                  <a:schemeClr val="tx1"/>
                </a:solidFill>
              </a:defRPr>
            </a:lvl1pPr>
          </a:lstStyle>
          <a:p>
            <a:fld id="{1048417B-2BA9-FC42-993A-F5CAB8ABAB3C}" type="datetime1">
              <a:rPr lang="en-US" smtClean="0"/>
              <a:t>8/7/2026</a:t>
            </a:fld>
            <a:endParaRPr lang="en-US" dirty="0"/>
          </a:p>
        </p:txBody>
      </p:sp>
      <p:sp>
        <p:nvSpPr>
          <p:cNvPr id="10" name="Slide Number Placeholder 9">
            <a:extLst>
              <a:ext uri="{FF2B5EF4-FFF2-40B4-BE49-F238E27FC236}">
                <a16:creationId xmlns:a16="http://schemas.microsoft.com/office/drawing/2014/main" id="{CE6F948F-9E87-C016-444D-D9F266B8C98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2342AE50-E725-8CC9-C210-91ADF8C0F6FE}"/>
              </a:ext>
            </a:extLst>
          </p:cNvPr>
          <p:cNvCxnSpPr/>
          <p:nvPr/>
        </p:nvCxnSpPr>
        <p:spPr>
          <a:xfrm>
            <a:off x="7258461"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CFCB2DB0-8C6B-DBBA-F594-AC4F2954C424}"/>
              </a:ext>
            </a:extLst>
          </p:cNvPr>
          <p:cNvGrpSpPr/>
          <p:nvPr/>
        </p:nvGrpSpPr>
        <p:grpSpPr>
          <a:xfrm>
            <a:off x="803185" y="0"/>
            <a:ext cx="10585629" cy="6858000"/>
            <a:chOff x="803185" y="0"/>
            <a:chExt cx="10585629" cy="6858000"/>
          </a:xfrm>
        </p:grpSpPr>
        <p:cxnSp>
          <p:nvCxnSpPr>
            <p:cNvPr id="5" name="Straight Connector 4">
              <a:extLst>
                <a:ext uri="{FF2B5EF4-FFF2-40B4-BE49-F238E27FC236}">
                  <a16:creationId xmlns:a16="http://schemas.microsoft.com/office/drawing/2014/main" id="{1DB4D22E-4E74-6984-AF14-681AA8D9125F}"/>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0E9A215-4EBA-4F98-1C96-43269B57F2F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DB5B197-9DE8-9BBC-A47D-F378F717E4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B835935-392C-76CA-C57F-44990EBEB041}"/>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6188496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9"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120" b="-8976"/>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400800"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B9956DE8-31F3-0C48-AD89-A99E39B5E351}" type="datetime1">
              <a:rPr lang="en-US" smtClean="0"/>
              <a:t>8/7/2026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5444089"/>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07008" y="1645920"/>
            <a:ext cx="5987920" cy="4400319"/>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3" t="5" r="302" b="-8984"/>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92654" y="1645920"/>
            <a:ext cx="3380146" cy="43891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1247F170-621E-394E-A3F2-D37D14C6B270}" type="datetime1">
              <a:rPr lang="en-US" smtClean="0"/>
              <a:t>8/7/2026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0248600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9784080" cy="640080"/>
          </a:xfrm>
        </p:spPr>
        <p:txBody>
          <a:bodyPr anchor="t" anchorCtr="0">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1207008" y="1645920"/>
            <a:ext cx="4572000" cy="45720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D69BDBE1-5F80-669A-1B59-BD1E8D2515C2}"/>
              </a:ext>
            </a:extLst>
          </p:cNvPr>
          <p:cNvSpPr>
            <a:spLocks noGrp="1"/>
          </p:cNvSpPr>
          <p:nvPr>
            <p:ph type="pic" sz="quarter" idx="13" hasCustomPrompt="1"/>
          </p:nvPr>
        </p:nvSpPr>
        <p:spPr>
          <a:xfrm>
            <a:off x="6211963" y="1645921"/>
            <a:ext cx="4777774" cy="440031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0" t="-4" r="100" b="-8973"/>
            </a:stretch>
          </a:blipFill>
          <a:ln w="6350">
            <a:solidFill>
              <a:schemeClr val="tx1"/>
            </a:solidFill>
          </a:ln>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3BFEB256-000B-7640-A176-A6ED88FB302B}" type="datetime1">
              <a:rPr lang="en-US" smtClean="0"/>
              <a:t>8/7/2026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81DBAD0-D07B-A74F-6666-CA41ADD20C7F}"/>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33FDF152-974F-A342-D2EF-E16DCAC7FECE}"/>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22D320-6A18-F2A0-9B5F-6D2CCFD3C85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3E0112F-DFB9-2DAB-0FC6-60936EBCA118}"/>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4576E3A-B8F0-5B5D-66BC-71D6BDE8606A}"/>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437402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09388" y="786385"/>
            <a:ext cx="7772400" cy="914400"/>
          </a:xfrm>
        </p:spPr>
        <p:txBody>
          <a:bodyPr anchor="b">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6072A0CE-6B73-A9EE-CD61-DA01E0E315AD}"/>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4673"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1" t="148" r="-487" b="-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20938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ADE48AFF-3397-202B-9BA6-6E2E52FB96B4}"/>
              </a:ext>
            </a:extLst>
          </p:cNvPr>
          <p:cNvSpPr>
            <a:spLocks noGrp="1"/>
          </p:cNvSpPr>
          <p:nvPr>
            <p:ph type="dt" sz="half" idx="15"/>
          </p:nvPr>
        </p:nvSpPr>
        <p:spPr/>
        <p:txBody>
          <a:bodyPr/>
          <a:lstStyle>
            <a:lvl1pPr>
              <a:defRPr>
                <a:solidFill>
                  <a:schemeClr val="tx1"/>
                </a:solidFill>
              </a:defRPr>
            </a:lvl1pPr>
          </a:lstStyle>
          <a:p>
            <a:fld id="{AD187FAD-DCB9-3D4B-B066-9000219F05FB}" type="datetime1">
              <a:rPr lang="en-US" smtClean="0"/>
              <a:t>8/7/2026</a:t>
            </a:fld>
            <a:endParaRPr lang="en-US" dirty="0"/>
          </a:p>
        </p:txBody>
      </p:sp>
      <p:sp>
        <p:nvSpPr>
          <p:cNvPr id="6" name="Slide Number Placeholder 5">
            <a:extLst>
              <a:ext uri="{FF2B5EF4-FFF2-40B4-BE49-F238E27FC236}">
                <a16:creationId xmlns:a16="http://schemas.microsoft.com/office/drawing/2014/main" id="{D73641B0-A410-A060-9C4C-10246CEEB00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6" name="Straight Connector 15">
            <a:extLst>
              <a:ext uri="{FF2B5EF4-FFF2-40B4-BE49-F238E27FC236}">
                <a16:creationId xmlns:a16="http://schemas.microsoft.com/office/drawing/2014/main" id="{4F926A3E-707E-8CA6-DFD9-FDE70CA34896}"/>
              </a:ext>
            </a:extLst>
          </p:cNvPr>
          <p:cNvCxnSpPr>
            <a:cxnSpLocks/>
          </p:cNvCxnSpPr>
          <p:nvPr/>
        </p:nvCxnSpPr>
        <p:spPr>
          <a:xfrm>
            <a:off x="2899086"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05F551DA-7593-8CE8-512A-2CF19A5FEED9}"/>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DE1E5FA2-0258-F65F-0046-4F63C680164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7C2681D-C958-88C3-4FE4-BD36D597EB75}"/>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6A1CB91-86F4-F718-46CE-4C26351E5D6F}"/>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B704D5-99FF-334E-D340-F640FC2846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7275278"/>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07008" y="786384"/>
            <a:ext cx="7772400" cy="914400"/>
          </a:xfrm>
        </p:spPr>
        <p:txBody>
          <a:bodyPr anchor="b">
            <a:noAutofit/>
          </a:bodyPr>
          <a:lstStyle>
            <a:lvl1pPr>
              <a:defRPr sz="320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9510D14-6E1B-BEBD-9ECF-6FD664E6D6C0}"/>
              </a:ext>
            </a:extLst>
          </p:cNvPr>
          <p:cNvSpPr>
            <a:spLocks noGrp="1"/>
          </p:cNvSpPr>
          <p:nvPr>
            <p:ph type="ftr" sz="quarter" idx="16"/>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207008" y="1828800"/>
            <a:ext cx="7772400" cy="420624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0">
            <a:extLst>
              <a:ext uri="{FF2B5EF4-FFF2-40B4-BE49-F238E27FC236}">
                <a16:creationId xmlns:a16="http://schemas.microsoft.com/office/drawing/2014/main" id="{B0662064-5DE4-D3A3-3200-46801CAA7B41}"/>
              </a:ext>
            </a:extLst>
          </p:cNvPr>
          <p:cNvSpPr>
            <a:spLocks noGrp="1"/>
          </p:cNvSpPr>
          <p:nvPr>
            <p:ph type="pic" sz="quarter" idx="13" hasCustomPrompt="1"/>
          </p:nvPr>
        </p:nvSpPr>
        <p:spPr>
          <a:xfrm>
            <a:off x="9287478" y="393289"/>
            <a:ext cx="2084255" cy="6051054"/>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l="192" t="148" r="-748" b="-1"/>
            </a:stretch>
          </a:blipFill>
        </p:spPr>
        <p:txBody>
          <a:bodyPr/>
          <a:lstStyle>
            <a:lvl1pPr marL="0" indent="0">
              <a:buNone/>
              <a:defRPr/>
            </a:lvl1pPr>
          </a:lstStyle>
          <a:p>
            <a:r>
              <a:rPr lang="en-US" dirty="0"/>
              <a:t> </a:t>
            </a:r>
          </a:p>
        </p:txBody>
      </p:sp>
      <p:sp>
        <p:nvSpPr>
          <p:cNvPr id="3" name="Date Placeholder 2">
            <a:extLst>
              <a:ext uri="{FF2B5EF4-FFF2-40B4-BE49-F238E27FC236}">
                <a16:creationId xmlns:a16="http://schemas.microsoft.com/office/drawing/2014/main" id="{872CB399-7148-CC45-1784-53BEB8322750}"/>
              </a:ext>
            </a:extLst>
          </p:cNvPr>
          <p:cNvSpPr>
            <a:spLocks noGrp="1"/>
          </p:cNvSpPr>
          <p:nvPr>
            <p:ph type="dt" sz="half" idx="15"/>
          </p:nvPr>
        </p:nvSpPr>
        <p:spPr/>
        <p:txBody>
          <a:bodyPr/>
          <a:lstStyle>
            <a:lvl1pPr>
              <a:defRPr>
                <a:solidFill>
                  <a:schemeClr val="tx1"/>
                </a:solidFill>
              </a:defRPr>
            </a:lvl1pPr>
          </a:lstStyle>
          <a:p>
            <a:fld id="{189C5B77-1EC5-224E-B44E-9B7868782731}" type="datetime1">
              <a:rPr lang="en-US" smtClean="0"/>
              <a:t>8/7/2026</a:t>
            </a:fld>
            <a:endParaRPr lang="en-US" dirty="0"/>
          </a:p>
        </p:txBody>
      </p:sp>
      <p:sp>
        <p:nvSpPr>
          <p:cNvPr id="5" name="Slide Number Placeholder 4">
            <a:extLst>
              <a:ext uri="{FF2B5EF4-FFF2-40B4-BE49-F238E27FC236}">
                <a16:creationId xmlns:a16="http://schemas.microsoft.com/office/drawing/2014/main" id="{32103136-9022-B685-BD72-AA2F8D6F1DB3}"/>
              </a:ext>
            </a:extLst>
          </p:cNvPr>
          <p:cNvSpPr>
            <a:spLocks noGrp="1"/>
          </p:cNvSpPr>
          <p:nvPr>
            <p:ph type="sldNum" sz="quarter" idx="17"/>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17" name="Straight Connector 16">
            <a:extLst>
              <a:ext uri="{FF2B5EF4-FFF2-40B4-BE49-F238E27FC236}">
                <a16:creationId xmlns:a16="http://schemas.microsoft.com/office/drawing/2014/main" id="{E8D7FB67-CB66-8B73-E144-D9B0FD1BF4CC}"/>
              </a:ext>
            </a:extLst>
          </p:cNvPr>
          <p:cNvCxnSpPr/>
          <p:nvPr/>
        </p:nvCxnSpPr>
        <p:spPr>
          <a:xfrm>
            <a:off x="9250563" y="402336"/>
            <a:ext cx="0" cy="60533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C050196-5CDD-7D23-C735-405CCFDE0F53}"/>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7915F7F2-4F99-DBC2-59AE-D63FDE09B1F3}"/>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337699A-63EB-A2E6-B9B8-E85B7B64F02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0BE2E12-53E7-56D7-104B-F918B8D5372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CBDF578-3A17-02BF-93ED-AF5F8E7F4A5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98689986"/>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4023360" cy="1280160"/>
          </a:xfrm>
        </p:spPr>
        <p:txBody>
          <a:bodyPr>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5" y="2396086"/>
            <a:ext cx="4070907" cy="3637825"/>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1100"/>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69280" y="786384"/>
            <a:ext cx="5303520" cy="530352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C8F601A6-19D3-EB49-B7F2-A9801AE13DA6}" type="datetime1">
              <a:rPr lang="en-US" smtClean="0"/>
              <a:t>8/7/2026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349E27E-A638-3E50-4392-58116C1AACD3}"/>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522E0D86-7613-34C8-CDC4-C77532A2263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AB29EB0-E237-1D57-CA8E-EAD308E9C0C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6316C5-C89C-53D5-EDF8-06B3752F88A5}"/>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22B727D-16F7-192C-BDC7-987EE4A4BF9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4576782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45108" y="786384"/>
            <a:ext cx="2834640" cy="1453896"/>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20457" y="2388928"/>
            <a:ext cx="2859291" cy="3644982"/>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t="-1" b="-10882"/>
            </a:stretch>
          </a:blipFill>
          <a:ln w="635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80560" y="786384"/>
            <a:ext cx="649224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a:solidFill>
                  <a:schemeClr val="tx1"/>
                </a:solidFill>
              </a:defRPr>
            </a:lvl4pPr>
            <a:lvl5pPr marL="1200150" indent="-285750">
              <a:buFont typeface="Arial" panose="020B0604020202020204" pitchFamily="34" charset="0"/>
              <a:buChar cha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B5DCFA2C-3BE3-964B-9AAF-C20CC59CEE43}" type="datetime1">
              <a:rPr lang="en-US" smtClean="0"/>
              <a:t>8/7/2026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07B351E8-DE44-EF78-C152-3A103EEBFEAE}"/>
              </a:ext>
            </a:extLst>
          </p:cNvPr>
          <p:cNvGrpSpPr/>
          <p:nvPr/>
        </p:nvGrpSpPr>
        <p:grpSpPr>
          <a:xfrm>
            <a:off x="803185" y="0"/>
            <a:ext cx="10585629" cy="6858000"/>
            <a:chOff x="803185" y="0"/>
            <a:chExt cx="10585629" cy="6858000"/>
          </a:xfrm>
        </p:grpSpPr>
        <p:cxnSp>
          <p:nvCxnSpPr>
            <p:cNvPr id="4" name="Straight Connector 3">
              <a:extLst>
                <a:ext uri="{FF2B5EF4-FFF2-40B4-BE49-F238E27FC236}">
                  <a16:creationId xmlns:a16="http://schemas.microsoft.com/office/drawing/2014/main" id="{E9CEF53B-E5B3-5228-FC6C-55411F158D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B08AC4D-0833-297F-6CBF-8A5D8729D99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CE625D5-BBCB-B34F-682F-6A7EBBD4257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36439E-B9F9-BC55-6D36-2CBD97558C5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2418579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9019" y="4634716"/>
            <a:ext cx="5897880" cy="1353312"/>
          </a:xfrm>
        </p:spPr>
        <p:txBody>
          <a:bodyPr>
            <a:normAutofit/>
          </a:bodyPr>
          <a:lstStyle>
            <a:lvl1pPr>
              <a:lnSpc>
                <a:spcPct val="12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207008" y="603503"/>
            <a:ext cx="9601200" cy="4334256"/>
          </a:xfrm>
        </p:spPr>
        <p:txBody>
          <a:bodyPr anchor="b">
            <a:normAutofit/>
          </a:bodyPr>
          <a:lstStyle>
            <a:lvl1pPr marL="0" indent="0">
              <a:lnSpc>
                <a:spcPct val="90000"/>
              </a:lnSpc>
              <a:spcBef>
                <a:spcPts val="0"/>
              </a:spcBef>
              <a:buNone/>
              <a:defRPr sz="3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9A3CDA5-1015-3148-A386-36088AF5334C}" type="datetime1">
              <a:rPr lang="en-US" smtClean="0"/>
              <a:t>8/7/2026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503498D5-7EC6-8C79-86BA-7C39A73A10D4}"/>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DFE65860-291D-DD0A-0AF6-EB6BDAF11248}"/>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D542EDA-61BE-919A-EA3E-08EBB658FD72}"/>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9E31BBA-19B1-9E32-10DC-6E50B5D242DB}"/>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40D6BDC-E9D3-BF86-AB1A-64748EAD4D44}"/>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7404583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352800" y="4193183"/>
            <a:ext cx="5486400" cy="1005840"/>
          </a:xfrm>
        </p:spPr>
        <p:txBody>
          <a:bodyPr>
            <a:normAutofit/>
          </a:bodyPr>
          <a:lstStyle>
            <a:lvl1pPr algn="ctr">
              <a:lnSpc>
                <a:spcPct val="110000"/>
              </a:lnSpc>
              <a:defRPr sz="24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438400" y="1240974"/>
            <a:ext cx="7315200" cy="3065419"/>
          </a:xfrm>
        </p:spPr>
        <p:txBody>
          <a:bodyPr anchor="b">
            <a:noAutofit/>
          </a:bodyPr>
          <a:lstStyle>
            <a:lvl1pPr marL="0" indent="0" algn="ctr">
              <a:lnSpc>
                <a:spcPct val="90000"/>
              </a:lnSpc>
              <a:buNone/>
              <a:defRPr sz="20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112E8AA-E35F-CF44-B5A4-3B5EDD4AC3FC}" type="datetime1">
              <a:rPr lang="en-US" smtClean="0"/>
              <a:t>8/7/2026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766075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6D58EB7-9EC7-5A50-30A3-E2D9EDD0FF85}"/>
              </a:ext>
            </a:extLst>
          </p:cNvPr>
          <p:cNvSpPr>
            <a:spLocks noGrp="1"/>
          </p:cNvSpPr>
          <p:nvPr>
            <p:ph type="title"/>
          </p:nvPr>
        </p:nvSpPr>
        <p:spPr>
          <a:xfrm>
            <a:off x="6327018" y="1599060"/>
            <a:ext cx="5052018" cy="3658736"/>
          </a:xfrm>
        </p:spPr>
        <p:txBody>
          <a:bodyPr anchor="ctr">
            <a:normAutofit/>
          </a:bodyPr>
          <a:lstStyle>
            <a:lvl1pPr>
              <a:defRPr sz="2400" cap="none" baseline="0">
                <a:latin typeface="+mn-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19" name="Content Placeholder 18">
            <a:extLst>
              <a:ext uri="{FF2B5EF4-FFF2-40B4-BE49-F238E27FC236}">
                <a16:creationId xmlns:a16="http://schemas.microsoft.com/office/drawing/2014/main" id="{DE2753DF-FB9B-AECE-E745-E846066B1745}"/>
              </a:ext>
            </a:extLst>
          </p:cNvPr>
          <p:cNvSpPr>
            <a:spLocks noGrp="1"/>
          </p:cNvSpPr>
          <p:nvPr>
            <p:ph sz="quarter" idx="14" hasCustomPrompt="1"/>
          </p:nvPr>
        </p:nvSpPr>
        <p:spPr>
          <a:xfrm>
            <a:off x="914400" y="1600200"/>
            <a:ext cx="5140325" cy="3657600"/>
          </a:xfrm>
        </p:spPr>
        <p:txBody>
          <a:bodyPr anchor="ctr">
            <a:normAutofit/>
          </a:bodyPr>
          <a:lstStyle>
            <a:lvl1pPr marL="0" indent="0">
              <a:lnSpc>
                <a:spcPct val="90000"/>
              </a:lnSpc>
              <a:buNone/>
              <a:defRPr sz="20000"/>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E0FF3B4E-61F2-9C45-A7C9-0649FA3F05AD}" type="datetime1">
              <a:rPr lang="en-US" smtClean="0"/>
              <a:t>8/7/2026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F8D5DE95-288B-FAB7-3326-9E5BFCE5B746}"/>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484611E9-169A-4656-2416-A78901FFF7E6}"/>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D14C6CB-F651-2912-3E36-09C365D55330}"/>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DB412A5-131A-058B-C206-D8CE2D23F5F4}"/>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CFD5865-7471-0A98-E714-A522448C7F14}"/>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941C1E35-5D55-2FA3-7A17-EBD8530A424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383D922-3CCD-2925-A440-432366817A2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335464-04F4-7CE0-7F26-F8015820B2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4A45CF0-48C0-1646-B20C-11D8E858590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5A20515-3DFE-12B8-CD96-E3A75B4B7E2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76975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Number Larg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495800" y="4131153"/>
            <a:ext cx="3200400" cy="1545336"/>
          </a:xfrm>
          <a:noFill/>
        </p:spPr>
        <p:txBody>
          <a:bodyPr>
            <a:normAutofit/>
          </a:bodyPr>
          <a:lstStyle>
            <a:lvl1pPr algn="ctr">
              <a:lnSpc>
                <a:spcPct val="110000"/>
              </a:lnSpc>
              <a:defRPr sz="1600" b="0" i="0" cap="none" baseline="0">
                <a:solidFill>
                  <a:schemeClr val="tx1"/>
                </a:solidFill>
                <a:latin typeface="+mj-lt"/>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3810000" y="1832029"/>
            <a:ext cx="4572000" cy="2475441"/>
          </a:xfrm>
          <a:noFill/>
        </p:spPr>
        <p:txBody>
          <a:bodyPr anchor="b">
            <a:normAutofit/>
          </a:bodyPr>
          <a:lstStyle>
            <a:lvl1pPr marL="0" indent="0" algn="ctr">
              <a:lnSpc>
                <a:spcPct val="90000"/>
              </a:lnSpc>
              <a:buNone/>
              <a:defRPr sz="15000" b="0" i="0">
                <a:solidFill>
                  <a:schemeClr val="tx1"/>
                </a:solidFill>
                <a:latin typeface="+mn-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C4A289B-0B17-4246-8E33-E89C12A90840}" type="datetime1">
              <a:rPr lang="en-US" smtClean="0"/>
              <a:t>8/7/2026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9F377ED0-0CD0-101F-CACC-5C208B8095EB}"/>
              </a:ext>
            </a:extLst>
          </p:cNvPr>
          <p:cNvGrpSpPr/>
          <p:nvPr/>
        </p:nvGrpSpPr>
        <p:grpSpPr>
          <a:xfrm>
            <a:off x="801384" y="402336"/>
            <a:ext cx="10591869" cy="6053328"/>
            <a:chOff x="801384" y="402336"/>
            <a:chExt cx="10591869" cy="6053328"/>
          </a:xfrm>
        </p:grpSpPr>
        <p:sp>
          <p:nvSpPr>
            <p:cNvPr id="8" name="Oval 7">
              <a:extLst>
                <a:ext uri="{FF2B5EF4-FFF2-40B4-BE49-F238E27FC236}">
                  <a16:creationId xmlns:a16="http://schemas.microsoft.com/office/drawing/2014/main" id="{BB0FAE67-C3ED-90D8-482E-2E87FCA1F01F}"/>
                </a:ext>
              </a:extLst>
            </p:cNvPr>
            <p:cNvSpPr>
              <a:spLocks noChangeAspect="1"/>
            </p:cNvSpPr>
            <p:nvPr/>
          </p:nvSpPr>
          <p:spPr>
            <a:xfrm>
              <a:off x="3069336" y="402336"/>
              <a:ext cx="6053328" cy="6053328"/>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83BE06F7-8D5F-567C-D53C-8F3CFA65C6D8}"/>
                </a:ext>
              </a:extLst>
            </p:cNvPr>
            <p:cNvCxnSpPr>
              <a:cxnSpLocks/>
            </p:cNvCxnSpPr>
            <p:nvPr/>
          </p:nvCxnSpPr>
          <p:spPr>
            <a:xfrm>
              <a:off x="80138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1729EF-2962-C057-669D-86C7189119A0}"/>
                </a:ext>
              </a:extLst>
            </p:cNvPr>
            <p:cNvCxnSpPr>
              <a:cxnSpLocks/>
            </p:cNvCxnSpPr>
            <p:nvPr/>
          </p:nvCxnSpPr>
          <p:spPr>
            <a:xfrm>
              <a:off x="9122664" y="3421722"/>
              <a:ext cx="22705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92F37E54-885B-DD4C-C480-18762D2DF579}"/>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0CD173DE-2107-A0E3-872C-F0DE9ACA3DC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BFAFD58-96FA-72FC-A387-4EA88A7A5D69}"/>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0CF3863-040E-3592-1588-20A1771871E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44D909-6FC8-C0DB-01C7-AFCF7B50FCD5}"/>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09267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16560"/>
            <a:ext cx="10652760" cy="1133856"/>
          </a:xfrm>
        </p:spPr>
        <p:txBody>
          <a:bodyPr/>
          <a:lstStyle>
            <a:lvl1pPr>
              <a:defRPr>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ctr">
            <a:noAutofit/>
          </a:bodyPr>
          <a:lstStyle>
            <a:lvl1pPr marL="0" indent="0">
              <a:lnSpc>
                <a:spcPct val="100000"/>
              </a:lnSpc>
              <a:buNone/>
              <a:defRPr sz="4000" b="0" cap="all" baseline="0"/>
            </a:lvl1pPr>
            <a:lvl2pPr marL="228600" indent="0">
              <a:lnSpc>
                <a:spcPct val="100000"/>
              </a:lnSpc>
              <a:buNone/>
              <a:defRPr sz="3600" b="0" cap="all" baseline="0"/>
            </a:lvl2pPr>
            <a:lvl3pPr marL="457200" indent="0">
              <a:lnSpc>
                <a:spcPct val="100000"/>
              </a:lnSpc>
              <a:buNone/>
              <a:defRPr sz="3200" b="0" cap="all" baseline="0"/>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8092CDE-5B88-E044-9012-03F4795B046E}" type="datetime1">
              <a:rPr lang="en-US" smtClean="0"/>
              <a:t>8/7/2026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E5E2C763-62D0-A1C5-864F-A9FF05C9F944}"/>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D321B696-8999-0658-38A2-748A73D0777A}"/>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21AECB6-597A-404C-79F2-BDE111DF3683}"/>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1CD60-7C40-DD6A-0B67-9125D3023EAA}"/>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A77C411-359E-F413-4B4B-544B4258F8D6}"/>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6520E9D-E5D8-F168-5659-412DEA7EE638}"/>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735C892B-D62F-EE71-21EF-072002481B6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05C92F6-ED58-2722-DD71-BFD93A79C906}"/>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CFD0132-5667-3403-4950-88D7515B12B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EE9CF1-0848-BE96-4C3D-E4B7E1F4BBA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922588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9620" y="-1234492"/>
            <a:ext cx="10652760" cy="1133856"/>
          </a:xfrm>
        </p:spPr>
        <p:txBody>
          <a:bodyPr/>
          <a:lstStyle>
            <a:lvl1pPr>
              <a:defRPr>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t">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vl4pPr>
            <a:lvl5pPr marL="914400" indent="0">
              <a:lnSpc>
                <a:spcPct val="100000"/>
              </a:lnSpc>
              <a:buNone/>
              <a:defRPr sz="2000" b="0" cap="all"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a:p>
            <a:pPr lvl="2"/>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C076D1D-DE21-9B42-8106-8CD72DA85F70}" type="datetime1">
              <a:rPr lang="en-US" smtClean="0"/>
              <a:t>8/7/2026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330B27C8-C99B-CAB9-24EA-4222A75D3BFC}"/>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E09B5103-0315-C48A-F6CB-70023A60377C}"/>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A373C0-8904-4E1A-AC77-DB8B14039D33}"/>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A58731C-1E1F-4D5A-81CD-F79CD40172A4}"/>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DE29540-9512-0BC0-7BB2-3B7C57B4C11C}"/>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29168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68876" y="-1216560"/>
            <a:ext cx="10652760" cy="1133856"/>
          </a:xfrm>
        </p:spPr>
        <p:txBody>
          <a:bodyPr/>
          <a:lstStyle>
            <a:lvl1pPr>
              <a:defRPr>
                <a:solidFill>
                  <a:schemeClr val="bg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6736" y="1508760"/>
            <a:ext cx="8266176" cy="3840480"/>
          </a:xfrm>
        </p:spPr>
        <p:txBody>
          <a:bodyPr anchor="b" anchorCtr="0">
            <a:noAutofit/>
          </a:bodyPr>
          <a:lstStyle>
            <a:lvl1pPr marL="0" indent="0">
              <a:lnSpc>
                <a:spcPct val="100000"/>
              </a:lnSpc>
              <a:buNone/>
              <a:defRPr sz="4000" b="0" i="0" cap="all" baseline="0">
                <a:latin typeface="Bahnschrift Light" panose="020B0502040204020203" pitchFamily="34" charset="0"/>
              </a:defRPr>
            </a:lvl1pPr>
            <a:lvl2pPr marL="228600" indent="0">
              <a:lnSpc>
                <a:spcPct val="100000"/>
              </a:lnSpc>
              <a:buNone/>
              <a:defRPr sz="3200" b="0" i="0" cap="all" baseline="0">
                <a:latin typeface="Bahnschrift Light" panose="020B0502040204020203" pitchFamily="34" charset="0"/>
              </a:defRPr>
            </a:lvl2pPr>
            <a:lvl3pPr marL="457200" indent="0">
              <a:lnSpc>
                <a:spcPct val="100000"/>
              </a:lnSpc>
              <a:buNone/>
              <a:defRPr sz="2800" b="0" i="0" cap="all" baseline="0">
                <a:latin typeface="Bahnschrift Light" panose="020B0502040204020203" pitchFamily="34" charset="0"/>
              </a:defRPr>
            </a:lvl3pPr>
            <a:lvl4pPr marL="685800" indent="0">
              <a:lnSpc>
                <a:spcPct val="100000"/>
              </a:lnSpc>
              <a:buNone/>
              <a:defRPr sz="2400" b="0" cap="all" baseline="0">
                <a:latin typeface="+mn-lt"/>
              </a:defRPr>
            </a:lvl4pPr>
            <a:lvl5pPr marL="914400" indent="0">
              <a:lnSpc>
                <a:spcPct val="100000"/>
              </a:lnSpc>
              <a:buNone/>
              <a:defRPr sz="2000" b="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7807DC2-592A-C24E-8E32-92959310D82C}" type="datetime1">
              <a:rPr lang="en-US" smtClean="0"/>
              <a:t>8/7/2026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grpSp>
        <p:nvGrpSpPr>
          <p:cNvPr id="6" name="Group 5">
            <a:extLst>
              <a:ext uri="{FF2B5EF4-FFF2-40B4-BE49-F238E27FC236}">
                <a16:creationId xmlns:a16="http://schemas.microsoft.com/office/drawing/2014/main" id="{244BA861-592C-64C8-21E6-E3A8D2A72C72}"/>
              </a:ext>
            </a:extLst>
          </p:cNvPr>
          <p:cNvGrpSpPr/>
          <p:nvPr/>
        </p:nvGrpSpPr>
        <p:grpSpPr>
          <a:xfrm>
            <a:off x="795290" y="400467"/>
            <a:ext cx="10603299" cy="6052793"/>
            <a:chOff x="795290" y="400467"/>
            <a:chExt cx="10603299" cy="6052793"/>
          </a:xfrm>
        </p:grpSpPr>
        <p:cxnSp>
          <p:nvCxnSpPr>
            <p:cNvPr id="8" name="Straight Connector 7">
              <a:extLst>
                <a:ext uri="{FF2B5EF4-FFF2-40B4-BE49-F238E27FC236}">
                  <a16:creationId xmlns:a16="http://schemas.microsoft.com/office/drawing/2014/main" id="{3D8A61F8-CE0C-8929-130C-4B75FB1F9373}"/>
                </a:ext>
              </a:extLst>
            </p:cNvPr>
            <p:cNvCxnSpPr>
              <a:cxnSpLocks/>
            </p:cNvCxnSpPr>
            <p:nvPr/>
          </p:nvCxnSpPr>
          <p:spPr>
            <a:xfrm>
              <a:off x="797169" y="96634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850C77-4C55-0E7C-15E8-B80234EF3D0B}"/>
                </a:ext>
              </a:extLst>
            </p:cNvPr>
            <p:cNvCxnSpPr>
              <a:cxnSpLocks/>
            </p:cNvCxnSpPr>
            <p:nvPr/>
          </p:nvCxnSpPr>
          <p:spPr>
            <a:xfrm>
              <a:off x="795290" y="5893973"/>
              <a:ext cx="10601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99978E-99DF-3206-11F9-122473F3CCB5}"/>
                </a:ext>
              </a:extLst>
            </p:cNvPr>
            <p:cNvCxnSpPr>
              <a:cxnSpLocks/>
            </p:cNvCxnSpPr>
            <p:nvPr/>
          </p:nvCxnSpPr>
          <p:spPr>
            <a:xfrm>
              <a:off x="6096000" y="400467"/>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18D896-CC55-8FDC-7842-7EAC1DF7DF7E}"/>
                </a:ext>
              </a:extLst>
            </p:cNvPr>
            <p:cNvCxnSpPr>
              <a:cxnSpLocks/>
            </p:cNvCxnSpPr>
            <p:nvPr/>
          </p:nvCxnSpPr>
          <p:spPr>
            <a:xfrm>
              <a:off x="6096000" y="5887384"/>
              <a:ext cx="0" cy="5658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B9E57D8C-399F-3BB4-D3B3-9395E8D16134}"/>
              </a:ext>
            </a:extLst>
          </p:cNvPr>
          <p:cNvGrpSpPr/>
          <p:nvPr/>
        </p:nvGrpSpPr>
        <p:grpSpPr>
          <a:xfrm>
            <a:off x="803185" y="0"/>
            <a:ext cx="10585629" cy="6858000"/>
            <a:chOff x="803185" y="0"/>
            <a:chExt cx="10585629" cy="6858000"/>
          </a:xfrm>
        </p:grpSpPr>
        <p:cxnSp>
          <p:nvCxnSpPr>
            <p:cNvPr id="13" name="Straight Connector 12">
              <a:extLst>
                <a:ext uri="{FF2B5EF4-FFF2-40B4-BE49-F238E27FC236}">
                  <a16:creationId xmlns:a16="http://schemas.microsoft.com/office/drawing/2014/main" id="{67E0EF0C-412A-ADAE-8DDB-3A86E36BA367}"/>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26CD944-3487-D02F-D76E-6C8CB5BC62E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4FB68B7-02B4-42EE-A7A2-E1DD0D7EF7A3}"/>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5998EB-9F08-520A-8AE0-AC842E252662}"/>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42552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D020C093-E585-447D-B145-C13F5660ED16}"/>
              </a:ext>
            </a:extLst>
          </p:cNvPr>
          <p:cNvSpPr>
            <a:spLocks noGrp="1"/>
          </p:cNvSpPr>
          <p:nvPr>
            <p:ph type="title" hasCustomPrompt="1"/>
          </p:nvPr>
        </p:nvSpPr>
        <p:spPr>
          <a:xfrm>
            <a:off x="1524000" y="4965193"/>
            <a:ext cx="9144000" cy="1105229"/>
          </a:xfrm>
        </p:spPr>
        <p:txBody>
          <a:bodyPr anchor="ctr">
            <a:normAutofit/>
          </a:bodyPr>
          <a:lstStyle>
            <a:lvl1pPr>
              <a:defRPr sz="1600" cap="none" baseline="0">
                <a:solidFill>
                  <a:schemeClr val="bg1"/>
                </a:solidFill>
                <a:latin typeface="+mn-lt"/>
              </a:defRPr>
            </a:lvl1pPr>
          </a:lstStyle>
          <a:p>
            <a:r>
              <a:rPr lang="en-US" dirty="0"/>
              <a:t>Quote Author</a:t>
            </a:r>
          </a:p>
        </p:txBody>
      </p:sp>
      <p:sp>
        <p:nvSpPr>
          <p:cNvPr id="9" name="Footer Placeholder 8">
            <a:extLst>
              <a:ext uri="{FF2B5EF4-FFF2-40B4-BE49-F238E27FC236}">
                <a16:creationId xmlns:a16="http://schemas.microsoft.com/office/drawing/2014/main" id="{6AD2DEB7-F276-E60E-F5A1-0F02C54BDF9C}"/>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5" name="Content Placeholder 4">
            <a:extLst>
              <a:ext uri="{FF2B5EF4-FFF2-40B4-BE49-F238E27FC236}">
                <a16:creationId xmlns:a16="http://schemas.microsoft.com/office/drawing/2014/main" id="{CFF91B2D-44E4-C3B1-BD5E-A10AC8543D25}"/>
              </a:ext>
            </a:extLst>
          </p:cNvPr>
          <p:cNvSpPr>
            <a:spLocks noGrp="1"/>
          </p:cNvSpPr>
          <p:nvPr>
            <p:ph sz="quarter" idx="17" hasCustomPrompt="1"/>
          </p:nvPr>
        </p:nvSpPr>
        <p:spPr>
          <a:xfrm>
            <a:off x="1524000" y="1006475"/>
            <a:ext cx="9144000" cy="2925763"/>
          </a:xfrm>
        </p:spPr>
        <p:txBody>
          <a:bodyPr anchor="ctr">
            <a:normAutofit/>
          </a:bodyPr>
          <a:lstStyle>
            <a:lvl1pPr marL="0" indent="0">
              <a:buNone/>
              <a:defRPr sz="4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Quote</a:t>
            </a:r>
          </a:p>
        </p:txBody>
      </p:sp>
      <p:cxnSp>
        <p:nvCxnSpPr>
          <p:cNvPr id="6" name="Straight Connector 5">
            <a:extLst>
              <a:ext uri="{FF2B5EF4-FFF2-40B4-BE49-F238E27FC236}">
                <a16:creationId xmlns:a16="http://schemas.microsoft.com/office/drawing/2014/main" id="{B94927EC-ED75-B33D-1D89-85EE4258FB86}"/>
              </a:ext>
            </a:extLst>
          </p:cNvPr>
          <p:cNvCxnSpPr>
            <a:cxnSpLocks/>
          </p:cNvCxnSpPr>
          <p:nvPr/>
        </p:nvCxnSpPr>
        <p:spPr>
          <a:xfrm>
            <a:off x="799908" y="4572000"/>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17816284-1868-D968-9C16-5FE2038BC6D8}"/>
              </a:ext>
            </a:extLst>
          </p:cNvPr>
          <p:cNvSpPr>
            <a:spLocks noGrp="1"/>
          </p:cNvSpPr>
          <p:nvPr>
            <p:ph type="dt" sz="half" idx="14"/>
          </p:nvPr>
        </p:nvSpPr>
        <p:spPr/>
        <p:txBody>
          <a:bodyPr/>
          <a:lstStyle>
            <a:lvl1pPr>
              <a:defRPr>
                <a:solidFill>
                  <a:schemeClr val="bg1"/>
                </a:solidFill>
              </a:defRPr>
            </a:lvl1pPr>
          </a:lstStyle>
          <a:p>
            <a:fld id="{2A17FF52-3D92-5045-83B3-191BF759FA8D}" type="datetime1">
              <a:rPr lang="en-US" smtClean="0"/>
              <a:pPr/>
              <a:t>8/7/2026</a:t>
            </a:fld>
            <a:endParaRPr lang="en-US" dirty="0"/>
          </a:p>
        </p:txBody>
      </p:sp>
      <p:sp>
        <p:nvSpPr>
          <p:cNvPr id="10" name="Slide Number Placeholder 9">
            <a:extLst>
              <a:ext uri="{FF2B5EF4-FFF2-40B4-BE49-F238E27FC236}">
                <a16:creationId xmlns:a16="http://schemas.microsoft.com/office/drawing/2014/main" id="{764E6AE7-6445-C0E9-7714-3905800EE346}"/>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DB64FFC6-B9C5-5A14-BCDE-0FACA9EED39A}"/>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A45BAA9C-294C-90CA-EE5A-ED75E616517F}"/>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C127FFD-0227-7A04-CAE1-B0476A186E27}"/>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BB871B-1B46-69D5-1EA9-A5D3125C1745}"/>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29C52E0-6299-124E-DEAC-88A5054BB4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28770557"/>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207008" y="5947574"/>
            <a:ext cx="8805672" cy="466344"/>
          </a:xfrm>
        </p:spPr>
        <p:txBody>
          <a:bodyPr anchor="ctr">
            <a:normAutofit/>
          </a:bodyPr>
          <a:lstStyle>
            <a:lvl1pP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207008" y="822960"/>
            <a:ext cx="8961120" cy="3474720"/>
          </a:xfrm>
        </p:spPr>
        <p:txBody>
          <a:bodyPr anchor="t" anchorCtr="0">
            <a:normAutofit/>
          </a:bodyPr>
          <a:lstStyle>
            <a:lvl1pPr marL="164592" indent="-164592">
              <a:lnSpc>
                <a:spcPct val="100000"/>
              </a:lnSpc>
              <a:spcBef>
                <a:spcPts val="0"/>
              </a:spcBef>
              <a:buNone/>
              <a:defRPr sz="4200" b="0" i="0">
                <a:solidFill>
                  <a:schemeClr val="bg1"/>
                </a:solidFill>
                <a:latin typeface="Bahnschrift Light" panose="020B0502040204020203" pitchFamily="34" charset="0"/>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17C67708-7A94-8245-80C8-4B4702495DB1}" type="datetime1">
              <a:rPr lang="en-US" smtClean="0"/>
              <a:pPr/>
              <a:t>8/7/2026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5F3E5CAD-77F4-3496-0EBB-8BDE29A00533}"/>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B932EDD7-F82C-CAA5-81E3-4DA459BD7BE7}"/>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B23CB67B-9D91-D31D-5E6F-1AFDE722A71A}"/>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70B71C7-A49A-A194-9371-8105319095C1}"/>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7D85FF8-8A01-4471-2129-9F815C543EB4}"/>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57B839C-7467-0312-FCA6-E719E5B3035E}"/>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8137316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93164" y="5891704"/>
            <a:ext cx="8805672" cy="557222"/>
          </a:xfrm>
        </p:spPr>
        <p:txBody>
          <a:bodyPr anchor="ctr">
            <a:normAutofit/>
          </a:bodyPr>
          <a:lstStyle>
            <a:lvl1pPr algn="ctr">
              <a:lnSpc>
                <a:spcPct val="120000"/>
              </a:lnSpc>
              <a:defRPr sz="1600" b="0" i="0" cap="none" baseline="0">
                <a:solidFill>
                  <a:schemeClr val="bg1"/>
                </a:solidFill>
                <a:latin typeface="+mn-lt"/>
              </a:defRPr>
            </a:lvl1pPr>
          </a:lstStyle>
          <a:p>
            <a:r>
              <a:rPr lang="en-US" dirty="0"/>
              <a:t>Quote Author</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15440" y="1358007"/>
            <a:ext cx="8961120" cy="3474720"/>
          </a:xfrm>
        </p:spPr>
        <p:txBody>
          <a:bodyPr anchor="ctr">
            <a:normAutofit/>
          </a:bodyPr>
          <a:lstStyle>
            <a:lvl1pPr marL="164592" indent="-164592" algn="ctr">
              <a:lnSpc>
                <a:spcPct val="100000"/>
              </a:lnSpc>
              <a:spcBef>
                <a:spcPts val="0"/>
              </a:spcBef>
              <a:buNone/>
              <a:defRPr sz="4000" b="0" i="0">
                <a:solidFill>
                  <a:schemeClr val="bg1"/>
                </a:solidFill>
                <a:latin typeface="+mn-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bg1"/>
                </a:solidFill>
              </a:defRPr>
            </a:lvl1pPr>
          </a:lstStyle>
          <a:p>
            <a:fld id="{C3A90753-8D45-EB44-AB23-49A6290D6DA6}" type="datetime1">
              <a:rPr lang="en-US" smtClean="0"/>
              <a:pPr/>
              <a:t>8/7/2026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A8BAF90A-B341-890C-B376-6A16FD3D4D66}"/>
              </a:ext>
            </a:extLst>
          </p:cNvPr>
          <p:cNvCxnSpPr>
            <a:cxnSpLocks/>
          </p:cNvCxnSpPr>
          <p:nvPr/>
        </p:nvCxnSpPr>
        <p:spPr>
          <a:xfrm>
            <a:off x="795290" y="5893973"/>
            <a:ext cx="106014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5673DA07-CC58-742F-47C7-DF6C3FC1BB2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EC520D2A-19A3-39C2-02F5-969FC02F7835}"/>
                </a:ext>
              </a:extLst>
            </p:cNvPr>
            <p:cNvCxnSpPr/>
            <p:nvPr/>
          </p:nvCxnSpPr>
          <p:spPr>
            <a:xfrm>
              <a:off x="804672"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B9DADCD-00F5-6714-A61F-195B94550628}"/>
                </a:ext>
              </a:extLst>
            </p:cNvPr>
            <p:cNvCxnSpPr>
              <a:cxnSpLocks/>
            </p:cNvCxnSpPr>
            <p:nvPr/>
          </p:nvCxnSpPr>
          <p:spPr>
            <a:xfrm>
              <a:off x="803185" y="393192"/>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5D759BD-ADDA-3040-A5CB-DAC10D9A2D39}"/>
                </a:ext>
              </a:extLst>
            </p:cNvPr>
            <p:cNvCxnSpPr>
              <a:cxnSpLocks/>
            </p:cNvCxnSpPr>
            <p:nvPr/>
          </p:nvCxnSpPr>
          <p:spPr>
            <a:xfrm>
              <a:off x="11388814" y="0"/>
              <a:ext cx="0" cy="685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48BFB7B-8327-08C6-5F9E-BACB47A2C3D2}"/>
                </a:ext>
              </a:extLst>
            </p:cNvPr>
            <p:cNvCxnSpPr>
              <a:cxnSpLocks/>
            </p:cNvCxnSpPr>
            <p:nvPr/>
          </p:nvCxnSpPr>
          <p:spPr>
            <a:xfrm>
              <a:off x="803185" y="6452119"/>
              <a:ext cx="1058414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432953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Content Placeholder 3">
            <a:extLst>
              <a:ext uri="{FF2B5EF4-FFF2-40B4-BE49-F238E27FC236}">
                <a16:creationId xmlns:a16="http://schemas.microsoft.com/office/drawing/2014/main" id="{F6F508F0-4C97-9A80-2546-BC6EE3D2732B}"/>
              </a:ext>
            </a:extLst>
          </p:cNvPr>
          <p:cNvSpPr>
            <a:spLocks noGrp="1"/>
          </p:cNvSpPr>
          <p:nvPr>
            <p:ph sz="quarter" idx="15"/>
          </p:nvPr>
        </p:nvSpPr>
        <p:spPr>
          <a:xfrm>
            <a:off x="1060450" y="1828800"/>
            <a:ext cx="4768850"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A9AB0DFB-3813-8899-8844-3F65C902B800}"/>
              </a:ext>
            </a:extLst>
          </p:cNvPr>
          <p:cNvSpPr>
            <a:spLocks noGrp="1"/>
          </p:cNvSpPr>
          <p:nvPr>
            <p:ph sz="quarter" idx="16"/>
          </p:nvPr>
        </p:nvSpPr>
        <p:spPr>
          <a:xfrm>
            <a:off x="6363391" y="1828800"/>
            <a:ext cx="4755712" cy="4351338"/>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C5059AB6-B751-F44D-A28C-E19CFA261A8F}" type="datetime1">
              <a:rPr lang="en-US" smtClean="0"/>
              <a:t>8/7/2026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3" name="Group 12">
            <a:extLst>
              <a:ext uri="{FF2B5EF4-FFF2-40B4-BE49-F238E27FC236}">
                <a16:creationId xmlns:a16="http://schemas.microsoft.com/office/drawing/2014/main" id="{CB83DEFD-C76A-E192-4470-7F7DCE92CBCE}"/>
              </a:ext>
            </a:extLst>
          </p:cNvPr>
          <p:cNvGrpSpPr/>
          <p:nvPr/>
        </p:nvGrpSpPr>
        <p:grpSpPr>
          <a:xfrm>
            <a:off x="803185" y="0"/>
            <a:ext cx="10585629" cy="6858000"/>
            <a:chOff x="803185" y="0"/>
            <a:chExt cx="10585629" cy="6858000"/>
          </a:xfrm>
        </p:grpSpPr>
        <p:cxnSp>
          <p:nvCxnSpPr>
            <p:cNvPr id="14" name="Straight Connector 13">
              <a:extLst>
                <a:ext uri="{FF2B5EF4-FFF2-40B4-BE49-F238E27FC236}">
                  <a16:creationId xmlns:a16="http://schemas.microsoft.com/office/drawing/2014/main" id="{0EBF15C6-51A3-0039-7C8E-9F5BC53301C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F2827DB-A570-B094-5067-79A4F7DA7F3C}"/>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DF52F4-C942-A75F-0F4B-911959D2F30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44BFA9-C671-8332-EC4C-A56CAAB34AEF}"/>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1704049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058011" y="600148"/>
            <a:ext cx="10058400" cy="1133856"/>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058011"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35B8AB-C546-6624-5613-679F649D8004}"/>
              </a:ext>
            </a:extLst>
          </p:cNvPr>
          <p:cNvSpPr>
            <a:spLocks noGrp="1"/>
          </p:cNvSpPr>
          <p:nvPr>
            <p:ph sz="quarter" idx="15"/>
          </p:nvPr>
        </p:nvSpPr>
        <p:spPr>
          <a:xfrm>
            <a:off x="1058011"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53436" y="1828800"/>
            <a:ext cx="4754880" cy="559834"/>
          </a:xfrm>
        </p:spPr>
        <p:txBody>
          <a:bodyPr anchor="b">
            <a:normAutofit/>
          </a:bodyPr>
          <a:lstStyle>
            <a:lvl1pPr marL="0" indent="0">
              <a:lnSpc>
                <a:spcPct val="90000"/>
              </a:lnSpc>
              <a:buNone/>
              <a:defRPr sz="20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a:extLst>
              <a:ext uri="{FF2B5EF4-FFF2-40B4-BE49-F238E27FC236}">
                <a16:creationId xmlns:a16="http://schemas.microsoft.com/office/drawing/2014/main" id="{689131D8-B072-15AB-4C0D-39F0B943B0A9}"/>
              </a:ext>
            </a:extLst>
          </p:cNvPr>
          <p:cNvSpPr>
            <a:spLocks noGrp="1"/>
          </p:cNvSpPr>
          <p:nvPr>
            <p:ph sz="quarter" idx="16"/>
          </p:nvPr>
        </p:nvSpPr>
        <p:spPr>
          <a:xfrm>
            <a:off x="6353436" y="2465752"/>
            <a:ext cx="4754880" cy="3763962"/>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F4B7459A-9905-1A4B-AB1A-C91FAC752AC6}" type="datetime1">
              <a:rPr lang="en-US" smtClean="0"/>
              <a:t>8/7/2026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5" name="Group 14">
            <a:extLst>
              <a:ext uri="{FF2B5EF4-FFF2-40B4-BE49-F238E27FC236}">
                <a16:creationId xmlns:a16="http://schemas.microsoft.com/office/drawing/2014/main" id="{2E70A967-D43A-531B-AB77-B7D2DE7E4B0F}"/>
              </a:ext>
            </a:extLst>
          </p:cNvPr>
          <p:cNvGrpSpPr/>
          <p:nvPr/>
        </p:nvGrpSpPr>
        <p:grpSpPr>
          <a:xfrm>
            <a:off x="803185" y="0"/>
            <a:ext cx="10585629" cy="6858000"/>
            <a:chOff x="803185" y="0"/>
            <a:chExt cx="10585629" cy="6858000"/>
          </a:xfrm>
        </p:grpSpPr>
        <p:cxnSp>
          <p:nvCxnSpPr>
            <p:cNvPr id="16" name="Straight Connector 15">
              <a:extLst>
                <a:ext uri="{FF2B5EF4-FFF2-40B4-BE49-F238E27FC236}">
                  <a16:creationId xmlns:a16="http://schemas.microsoft.com/office/drawing/2014/main" id="{61B1175E-A767-B7AB-D265-9256ECCA8E8A}"/>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29F5B2-C13B-2102-792E-E51F1738D2A8}"/>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5C2A7D0-2242-BB3D-AC3F-126E076FC3A1}"/>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40BEB2B-F33C-CFC6-3060-70CD260293D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6522492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060704" y="603504"/>
            <a:ext cx="10058400" cy="1132258"/>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D255AB00-997D-D540-BC20-37B7E62B26C1}" type="datetime1">
              <a:rPr lang="en-US" smtClean="0"/>
              <a:t>8/7/2026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1" name="Group 10">
            <a:extLst>
              <a:ext uri="{FF2B5EF4-FFF2-40B4-BE49-F238E27FC236}">
                <a16:creationId xmlns:a16="http://schemas.microsoft.com/office/drawing/2014/main" id="{570C8D4F-961C-9DE3-2BE6-ABBC18355BC3}"/>
              </a:ext>
            </a:extLst>
          </p:cNvPr>
          <p:cNvGrpSpPr/>
          <p:nvPr/>
        </p:nvGrpSpPr>
        <p:grpSpPr>
          <a:xfrm>
            <a:off x="803185" y="0"/>
            <a:ext cx="10585629" cy="6858000"/>
            <a:chOff x="803185" y="0"/>
            <a:chExt cx="10585629" cy="6858000"/>
          </a:xfrm>
        </p:grpSpPr>
        <p:cxnSp>
          <p:nvCxnSpPr>
            <p:cNvPr id="12" name="Straight Connector 11">
              <a:extLst>
                <a:ext uri="{FF2B5EF4-FFF2-40B4-BE49-F238E27FC236}">
                  <a16:creationId xmlns:a16="http://schemas.microsoft.com/office/drawing/2014/main" id="{E145383D-28A9-C0D3-8E3D-AA7533D2925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B585A5-22BA-F43D-07BD-3BB57145B2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1437C88-1694-66DE-88F2-5F80E4367732}"/>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75A774-D186-6B8B-F966-423BE24E466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626805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bg>
      <p:bgPr>
        <a:solidFill>
          <a:schemeClr val="accent3"/>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69F3ECCF-2CCD-CA4B-8712-AE4484B24AE9}" type="datetime1">
              <a:rPr lang="en-US" smtClean="0"/>
              <a:t>8/7/2026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10" name="Group 9">
            <a:extLst>
              <a:ext uri="{FF2B5EF4-FFF2-40B4-BE49-F238E27FC236}">
                <a16:creationId xmlns:a16="http://schemas.microsoft.com/office/drawing/2014/main" id="{A5ECB350-6B4D-5D25-5FB0-D995BE7D095F}"/>
              </a:ext>
            </a:extLst>
          </p:cNvPr>
          <p:cNvGrpSpPr/>
          <p:nvPr/>
        </p:nvGrpSpPr>
        <p:grpSpPr>
          <a:xfrm>
            <a:off x="803185" y="0"/>
            <a:ext cx="10585629" cy="6858000"/>
            <a:chOff x="803185" y="0"/>
            <a:chExt cx="10585629" cy="6858000"/>
          </a:xfrm>
        </p:grpSpPr>
        <p:cxnSp>
          <p:nvCxnSpPr>
            <p:cNvPr id="11" name="Straight Connector 10">
              <a:extLst>
                <a:ext uri="{FF2B5EF4-FFF2-40B4-BE49-F238E27FC236}">
                  <a16:creationId xmlns:a16="http://schemas.microsoft.com/office/drawing/2014/main" id="{614889B8-EF0E-CC96-E345-4814F56ED6D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60EF97A-5CED-BE43-C066-ED89AE049BD0}"/>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CB1FB5-CA0E-AFAB-5607-844D9592A240}"/>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BAA5556-E509-ED49-F4BE-6F664377F5B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7358312"/>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207008" y="786384"/>
            <a:ext cx="2926080" cy="173736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14" name="Footer Placeholder 13">
            <a:extLst>
              <a:ext uri="{FF2B5EF4-FFF2-40B4-BE49-F238E27FC236}">
                <a16:creationId xmlns:a16="http://schemas.microsoft.com/office/drawing/2014/main" id="{06EDF8B4-9629-39C1-DDBF-A5485B241DB4}"/>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207008" y="2651760"/>
            <a:ext cx="2926080" cy="3383280"/>
          </a:xfrm>
        </p:spPr>
        <p:txBody>
          <a:bodyPr anchor="t">
            <a:normAutofit/>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297680" y="786382"/>
            <a:ext cx="6766560" cy="5486400"/>
          </a:xfrm>
        </p:spPr>
        <p:txBody>
          <a:bodyPr>
            <a:normAutofit/>
          </a:bodyPr>
          <a:lstStyle>
            <a:lvl1pPr marL="285750" indent="-285750">
              <a:buFont typeface="Arial" panose="020B0604020202020204" pitchFamily="34" charset="0"/>
              <a:buChar char="•"/>
              <a:defRPr sz="1400">
                <a:solidFill>
                  <a:schemeClr val="tx1"/>
                </a:solidFill>
              </a:defRPr>
            </a:lvl1pPr>
            <a:lvl2pPr marL="514350" indent="-285750">
              <a:buFont typeface="Arial" panose="020B0604020202020204" pitchFamily="34" charset="0"/>
              <a:buChar char="•"/>
              <a:defRPr sz="1400">
                <a:solidFill>
                  <a:schemeClr val="tx1"/>
                </a:solidFill>
              </a:defRPr>
            </a:lvl2pPr>
            <a:lvl3pPr marL="742950" indent="-285750">
              <a:buFont typeface="Arial" panose="020B0604020202020204" pitchFamily="34" charset="0"/>
              <a:buChar char="•"/>
              <a:defRPr sz="1400">
                <a:solidFill>
                  <a:schemeClr val="tx1"/>
                </a:solidFill>
              </a:defRPr>
            </a:lvl3pPr>
            <a:lvl4pPr marL="971550" indent="-285750">
              <a:buFont typeface="Arial" panose="020B0604020202020204" pitchFamily="34" charset="0"/>
              <a:buChar char="•"/>
              <a:defRPr sz="1400" b="0">
                <a:solidFill>
                  <a:schemeClr val="tx1"/>
                </a:solidFill>
              </a:defRPr>
            </a:lvl4pPr>
            <a:lvl5pPr marL="1200150" indent="-285750">
              <a:buFont typeface="Arial" panose="020B0604020202020204" pitchFamily="34" charset="0"/>
              <a:buChar char="•"/>
              <a:defRPr sz="1400" b="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12">
            <a:extLst>
              <a:ext uri="{FF2B5EF4-FFF2-40B4-BE49-F238E27FC236}">
                <a16:creationId xmlns:a16="http://schemas.microsoft.com/office/drawing/2014/main" id="{2EAB326A-0996-8BBC-BFAF-29A228B198CC}"/>
              </a:ext>
            </a:extLst>
          </p:cNvPr>
          <p:cNvSpPr>
            <a:spLocks noGrp="1"/>
          </p:cNvSpPr>
          <p:nvPr>
            <p:ph type="dt" sz="half" idx="10"/>
          </p:nvPr>
        </p:nvSpPr>
        <p:spPr/>
        <p:txBody>
          <a:bodyPr/>
          <a:lstStyle>
            <a:lvl1pPr>
              <a:defRPr>
                <a:solidFill>
                  <a:schemeClr val="tx1"/>
                </a:solidFill>
              </a:defRPr>
            </a:lvl1pPr>
          </a:lstStyle>
          <a:p>
            <a:fld id="{22942A74-7D23-DC49-91AA-85B24B3B8A00}" type="datetime1">
              <a:rPr lang="en-US" smtClean="0"/>
              <a:t>8/7/2026</a:t>
            </a:fld>
            <a:endParaRPr lang="en-US" dirty="0"/>
          </a:p>
        </p:txBody>
      </p:sp>
      <p:sp>
        <p:nvSpPr>
          <p:cNvPr id="15" name="Slide Number Placeholder 14">
            <a:extLst>
              <a:ext uri="{FF2B5EF4-FFF2-40B4-BE49-F238E27FC236}">
                <a16:creationId xmlns:a16="http://schemas.microsoft.com/office/drawing/2014/main" id="{3AE9EB23-C42E-AFD9-410F-5D3A9B47373C}"/>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8" name="Group 7">
            <a:extLst>
              <a:ext uri="{FF2B5EF4-FFF2-40B4-BE49-F238E27FC236}">
                <a16:creationId xmlns:a16="http://schemas.microsoft.com/office/drawing/2014/main" id="{8179AB9D-F8E4-DA67-2113-2CB4FAAA3FE3}"/>
              </a:ext>
            </a:extLst>
          </p:cNvPr>
          <p:cNvGrpSpPr/>
          <p:nvPr/>
        </p:nvGrpSpPr>
        <p:grpSpPr>
          <a:xfrm>
            <a:off x="803185" y="0"/>
            <a:ext cx="10585629" cy="6858000"/>
            <a:chOff x="803185" y="0"/>
            <a:chExt cx="10585629" cy="6858000"/>
          </a:xfrm>
        </p:grpSpPr>
        <p:cxnSp>
          <p:nvCxnSpPr>
            <p:cNvPr id="9" name="Straight Connector 8">
              <a:extLst>
                <a:ext uri="{FF2B5EF4-FFF2-40B4-BE49-F238E27FC236}">
                  <a16:creationId xmlns:a16="http://schemas.microsoft.com/office/drawing/2014/main" id="{4D1AF63C-58A3-D664-0F8A-2F866DE99229}"/>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7353FA6-146A-25CD-A52A-50A0DBA7C44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3D17F74-4821-8F53-7E3E-BD10714CA13A}"/>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CBD083B-641D-8442-0510-78BC3BDFF82E}"/>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6451782"/>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207008" y="786384"/>
            <a:ext cx="3595634" cy="1920240"/>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207008" y="2752344"/>
            <a:ext cx="3585586" cy="3291840"/>
          </a:xfrm>
        </p:spPr>
        <p:txBody>
          <a:bodyPr anchor="b"/>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8" y="402336"/>
            <a:ext cx="6328768" cy="6053328"/>
          </a:xfrm>
          <a:blipFill dpi="0" rotWithShape="1">
            <a:blip r:embed="rId2">
              <a:alphaModFix amt="20000"/>
              <a:extLst>
                <a:ext uri="{BEBA8EAE-BF5A-486C-A8C5-ECC9F3942E4B}">
                  <a14:imgProps xmlns:a14="http://schemas.microsoft.com/office/drawing/2010/main">
                    <a14:imgLayer r:embed="rId3">
                      <a14:imgEffect>
                        <a14:saturation sat="0"/>
                      </a14:imgEffect>
                      <a14:imgEffect>
                        <a14:brightnessContrast bright="-27000" contrast="59000"/>
                      </a14:imgEffect>
                    </a14:imgLayer>
                  </a14:imgProps>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22A0247B-8639-BE4B-9EB6-99BF33B2FE57}" type="datetime1">
              <a:rPr lang="en-US" smtClean="0"/>
              <a:t>8/7/2026</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DF475923-C72A-59CC-2F27-3B42DE9E23C1}"/>
              </a:ext>
            </a:extLst>
          </p:cNvPr>
          <p:cNvCxnSpPr/>
          <p:nvPr/>
        </p:nvCxnSpPr>
        <p:spPr>
          <a:xfrm>
            <a:off x="5044948" y="402336"/>
            <a:ext cx="0" cy="6053328"/>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644E6E6F-31C5-280B-B965-1DCA584FB10B}"/>
              </a:ext>
            </a:extLst>
          </p:cNvPr>
          <p:cNvGrpSpPr/>
          <p:nvPr/>
        </p:nvGrpSpPr>
        <p:grpSpPr>
          <a:xfrm>
            <a:off x="803185" y="0"/>
            <a:ext cx="10585629" cy="6858000"/>
            <a:chOff x="803185" y="0"/>
            <a:chExt cx="10585629" cy="6858000"/>
          </a:xfrm>
        </p:grpSpPr>
        <p:cxnSp>
          <p:nvCxnSpPr>
            <p:cNvPr id="10" name="Straight Connector 9">
              <a:extLst>
                <a:ext uri="{FF2B5EF4-FFF2-40B4-BE49-F238E27FC236}">
                  <a16:creationId xmlns:a16="http://schemas.microsoft.com/office/drawing/2014/main" id="{E46DD8FB-C3C8-02D7-0EEC-1FA8A0E72EE2}"/>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E287276-FB86-B497-EB85-08D57647FCBA}"/>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AFABFB-CCBD-F586-5A5B-F739C98FEB06}"/>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33A7C7-3944-5EFF-0F5A-CD13C776DD13}"/>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7400000"/>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7342307" cy="2085339"/>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207008" y="3594099"/>
            <a:ext cx="9601200" cy="237744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62FAA25-3923-0740-83DA-275C59DD4599}" type="datetime1">
              <a:rPr lang="en-US" smtClean="0"/>
              <a:t>8/7/2026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CFF997AB-1CB0-F155-5BD6-8AD0DF5F9C8C}"/>
              </a:ext>
            </a:extLst>
          </p:cNvPr>
          <p:cNvGrpSpPr/>
          <p:nvPr/>
        </p:nvGrpSpPr>
        <p:grpSpPr>
          <a:xfrm>
            <a:off x="803185" y="0"/>
            <a:ext cx="10585629" cy="6858000"/>
            <a:chOff x="803185" y="0"/>
            <a:chExt cx="10585629" cy="6858000"/>
          </a:xfrm>
        </p:grpSpPr>
        <p:cxnSp>
          <p:nvCxnSpPr>
            <p:cNvPr id="7" name="Straight Connector 6">
              <a:extLst>
                <a:ext uri="{FF2B5EF4-FFF2-40B4-BE49-F238E27FC236}">
                  <a16:creationId xmlns:a16="http://schemas.microsoft.com/office/drawing/2014/main" id="{5CD1A663-8D32-81FC-CF0E-3943276FC5BD}"/>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88FB5FE-FF71-6B7B-03A4-B78EA9E50FE7}"/>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4967FC-68C7-FF99-F0D4-F11F22519D8E}"/>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0437DFC-E04A-54B1-CFEA-8D9349D6EB77}"/>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1113878"/>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07008" y="786384"/>
            <a:ext cx="8430767" cy="2520011"/>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207008" y="3622673"/>
            <a:ext cx="8430639" cy="1609344"/>
          </a:xfrm>
        </p:spPr>
        <p:txBody>
          <a:bodyPr>
            <a:noAutofit/>
          </a:bodyPr>
          <a:lstStyle>
            <a:lvl1pPr marL="0" indent="0">
              <a:buNone/>
              <a:defRPr sz="1800">
                <a:solidFill>
                  <a:schemeClr val="tx1"/>
                </a:solidFill>
              </a:defRPr>
            </a:lvl1pPr>
            <a:lvl2pPr marL="228600" indent="0">
              <a:buNone/>
              <a:defRPr sz="16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AB1B52C7-37F9-BD40-8BE5-16C7107F6B2A}" type="datetime1">
              <a:rPr lang="en-US" smtClean="0"/>
              <a:t>8/7/2026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grpSp>
        <p:nvGrpSpPr>
          <p:cNvPr id="3" name="Group 2">
            <a:extLst>
              <a:ext uri="{FF2B5EF4-FFF2-40B4-BE49-F238E27FC236}">
                <a16:creationId xmlns:a16="http://schemas.microsoft.com/office/drawing/2014/main" id="{F4604B72-3E24-1723-74C9-C1E295269A19}"/>
              </a:ext>
            </a:extLst>
          </p:cNvPr>
          <p:cNvGrpSpPr/>
          <p:nvPr/>
        </p:nvGrpSpPr>
        <p:grpSpPr>
          <a:xfrm>
            <a:off x="803185" y="0"/>
            <a:ext cx="10585629" cy="6858000"/>
            <a:chOff x="803185" y="0"/>
            <a:chExt cx="10585629" cy="6858000"/>
          </a:xfrm>
        </p:grpSpPr>
        <p:cxnSp>
          <p:nvCxnSpPr>
            <p:cNvPr id="8" name="Straight Connector 7">
              <a:extLst>
                <a:ext uri="{FF2B5EF4-FFF2-40B4-BE49-F238E27FC236}">
                  <a16:creationId xmlns:a16="http://schemas.microsoft.com/office/drawing/2014/main" id="{2CEF3A60-0DC4-008A-49C8-C3FD46FA3B85}"/>
                </a:ext>
              </a:extLst>
            </p:cNvPr>
            <p:cNvCxnSpPr/>
            <p:nvPr/>
          </p:nvCxnSpPr>
          <p:spPr>
            <a:xfrm>
              <a:off x="804672"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A618110-A634-DE8C-5B6D-35477E47ED21}"/>
                </a:ext>
              </a:extLst>
            </p:cNvPr>
            <p:cNvCxnSpPr>
              <a:cxnSpLocks/>
            </p:cNvCxnSpPr>
            <p:nvPr/>
          </p:nvCxnSpPr>
          <p:spPr>
            <a:xfrm>
              <a:off x="803185" y="393192"/>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08E21D7-A780-C513-5EB6-4A6C625665CC}"/>
                </a:ext>
              </a:extLst>
            </p:cNvPr>
            <p:cNvCxnSpPr>
              <a:cxnSpLocks/>
            </p:cNvCxnSpPr>
            <p:nvPr/>
          </p:nvCxnSpPr>
          <p:spPr>
            <a:xfrm>
              <a:off x="11388814"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32C4757-1CA9-394F-33BF-C5A9D77182F9}"/>
                </a:ext>
              </a:extLst>
            </p:cNvPr>
            <p:cNvCxnSpPr>
              <a:cxnSpLocks/>
            </p:cNvCxnSpPr>
            <p:nvPr/>
          </p:nvCxnSpPr>
          <p:spPr>
            <a:xfrm>
              <a:off x="803185" y="6452119"/>
              <a:ext cx="105841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3373742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66800" y="685800"/>
            <a:ext cx="10058400"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16200000">
            <a:off x="-1005840" y="1525384"/>
            <a:ext cx="2805405"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3385" y="6229552"/>
            <a:ext cx="429207" cy="365125"/>
          </a:xfrm>
          <a:prstGeom prst="rect">
            <a:avLst/>
          </a:prstGeom>
        </p:spPr>
        <p:txBody>
          <a:bodyPr vert="horz" lIns="91440" tIns="45720" rIns="91440" bIns="45720" rtlCol="0" anchor="ctr"/>
          <a:lstStyle>
            <a:lvl1pPr algn="ctr" rtl="0">
              <a:defRPr sz="900" b="0" i="0">
                <a:solidFill>
                  <a:schemeClr val="tx1"/>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66800" y="1920240"/>
            <a:ext cx="1005840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rot="5400000">
            <a:off x="10040831" y="4206240"/>
            <a:ext cx="3494314" cy="365125"/>
          </a:xfrm>
          <a:prstGeom prst="rect">
            <a:avLst/>
          </a:prstGeom>
        </p:spPr>
        <p:txBody>
          <a:bodyPr vert="horz" lIns="91440" tIns="45720" rIns="91440" bIns="45720" rtlCol="0" anchor="ctr"/>
          <a:lstStyle>
            <a:lvl1pPr algn="r" rtl="0">
              <a:defRPr sz="900" b="0" i="0">
                <a:solidFill>
                  <a:schemeClr val="tx1"/>
                </a:solidFill>
                <a:latin typeface="+mn-lt"/>
              </a:defRPr>
            </a:lvl1pPr>
          </a:lstStyle>
          <a:p>
            <a:fld id="{6739503E-9C75-484A-A764-D9D8121AAE05}" type="datetime1">
              <a:rPr lang="en-US" smtClean="0"/>
              <a:pPr/>
              <a:t>8/7/2026</a:t>
            </a:fld>
            <a:endParaRPr lang="en-US" dirty="0"/>
          </a:p>
        </p:txBody>
      </p:sp>
      <p:sp>
        <p:nvSpPr>
          <p:cNvPr id="12" name="Freeform 11" hidden="1">
            <a:extLst>
              <a:ext uri="{FF2B5EF4-FFF2-40B4-BE49-F238E27FC236}">
                <a16:creationId xmlns:a16="http://schemas.microsoft.com/office/drawing/2014/main" id="{918C00E2-AFB8-E789-01F1-47EC64846D95}"/>
              </a:ext>
            </a:extLst>
          </p:cNvPr>
          <p:cNvSpPr/>
          <p:nvPr/>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hidden="1">
            <a:extLst>
              <a:ext uri="{FF2B5EF4-FFF2-40B4-BE49-F238E27FC236}">
                <a16:creationId xmlns:a16="http://schemas.microsoft.com/office/drawing/2014/main" id="{6A6CDCAD-B761-0A5F-55A7-CE79AB3802A7}"/>
              </a:ext>
            </a:extLst>
          </p:cNvPr>
          <p:cNvSpPr/>
          <p:nvPr userDrawn="1"/>
        </p:nvSpPr>
        <p:spPr>
          <a:xfrm>
            <a:off x="812559" y="393189"/>
            <a:ext cx="10579798" cy="6071619"/>
          </a:xfrm>
          <a:custGeom>
            <a:avLst/>
            <a:gdLst>
              <a:gd name="connsiteX0" fmla="*/ 10186606 w 10579798"/>
              <a:gd name="connsiteY0" fmla="*/ 0 h 6071619"/>
              <a:gd name="connsiteX1" fmla="*/ 10579798 w 10579798"/>
              <a:gd name="connsiteY1" fmla="*/ 0 h 6071619"/>
              <a:gd name="connsiteX2" fmla="*/ 10579798 w 10579798"/>
              <a:gd name="connsiteY2" fmla="*/ 6071619 h 6071619"/>
              <a:gd name="connsiteX3" fmla="*/ 10186606 w 10579798"/>
              <a:gd name="connsiteY3" fmla="*/ 6071619 h 6071619"/>
              <a:gd name="connsiteX4" fmla="*/ 10186606 w 10579798"/>
              <a:gd name="connsiteY4" fmla="*/ 393194 h 6071619"/>
              <a:gd name="connsiteX5" fmla="*/ 393192 w 10579798"/>
              <a:gd name="connsiteY5" fmla="*/ 393194 h 6071619"/>
              <a:gd name="connsiteX6" fmla="*/ 393192 w 10579798"/>
              <a:gd name="connsiteY6" fmla="*/ 5870339 h 6071619"/>
              <a:gd name="connsiteX7" fmla="*/ 0 w 10579798"/>
              <a:gd name="connsiteY7" fmla="*/ 5870339 h 6071619"/>
              <a:gd name="connsiteX8" fmla="*/ 0 w 10579798"/>
              <a:gd name="connsiteY8" fmla="*/ 2 h 6071619"/>
              <a:gd name="connsiteX9" fmla="*/ 157401 w 10579798"/>
              <a:gd name="connsiteY9" fmla="*/ 2 h 6071619"/>
              <a:gd name="connsiteX10" fmla="*/ 393192 w 10579798"/>
              <a:gd name="connsiteY10" fmla="*/ 2 h 6071619"/>
              <a:gd name="connsiteX11" fmla="*/ 10186606 w 10579798"/>
              <a:gd name="connsiteY11" fmla="*/ 2 h 6071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9798" h="6071619">
                <a:moveTo>
                  <a:pt x="10186606" y="0"/>
                </a:moveTo>
                <a:lnTo>
                  <a:pt x="10579798" y="0"/>
                </a:lnTo>
                <a:lnTo>
                  <a:pt x="10579798" y="6071619"/>
                </a:lnTo>
                <a:lnTo>
                  <a:pt x="10186606" y="6071619"/>
                </a:lnTo>
                <a:lnTo>
                  <a:pt x="10186606" y="393194"/>
                </a:lnTo>
                <a:lnTo>
                  <a:pt x="393192" y="393194"/>
                </a:lnTo>
                <a:lnTo>
                  <a:pt x="393192" y="5870339"/>
                </a:lnTo>
                <a:lnTo>
                  <a:pt x="0" y="5870339"/>
                </a:lnTo>
                <a:lnTo>
                  <a:pt x="0" y="2"/>
                </a:lnTo>
                <a:lnTo>
                  <a:pt x="157401" y="2"/>
                </a:lnTo>
                <a:lnTo>
                  <a:pt x="393192" y="2"/>
                </a:lnTo>
                <a:lnTo>
                  <a:pt x="10186606" y="2"/>
                </a:lnTo>
                <a:close/>
              </a:path>
            </a:pathLst>
          </a:custGeom>
          <a:solidFill>
            <a:schemeClr val="accent5">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56564892"/>
      </p:ext>
    </p:extLst>
  </p:cSld>
  <p:clrMap bg1="dk1" tx1="lt1" bg2="dk2" tx2="lt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76" r:id="rId6"/>
    <p:sldLayoutId id="2147483923" r:id="rId7"/>
    <p:sldLayoutId id="2147483924" r:id="rId8"/>
    <p:sldLayoutId id="2147483925" r:id="rId9"/>
    <p:sldLayoutId id="2147483926" r:id="rId10"/>
    <p:sldLayoutId id="2147483927" r:id="rId11"/>
    <p:sldLayoutId id="2147483928" r:id="rId12"/>
    <p:sldLayoutId id="2147483929" r:id="rId13"/>
    <p:sldLayoutId id="2147483930" r:id="rId14"/>
    <p:sldLayoutId id="2147483931" r:id="rId15"/>
    <p:sldLayoutId id="2147483932" r:id="rId16"/>
    <p:sldLayoutId id="2147483933" r:id="rId17"/>
    <p:sldLayoutId id="2147483934" r:id="rId18"/>
    <p:sldLayoutId id="2147483935" r:id="rId19"/>
    <p:sldLayoutId id="2147483936" r:id="rId20"/>
    <p:sldLayoutId id="2147483937" r:id="rId21"/>
    <p:sldLayoutId id="2147483938" r:id="rId22"/>
    <p:sldLayoutId id="2147483939" r:id="rId23"/>
    <p:sldLayoutId id="2147483940" r:id="rId24"/>
    <p:sldLayoutId id="2147483941" r:id="rId25"/>
    <p:sldLayoutId id="2147483942" r:id="rId26"/>
    <p:sldLayoutId id="2147483943" r:id="rId27"/>
    <p:sldLayoutId id="2147483944" r:id="rId28"/>
    <p:sldLayoutId id="2147483945" r:id="rId29"/>
    <p:sldLayoutId id="2147483946" r:id="rId30"/>
    <p:sldLayoutId id="2147483947" r:id="rId31"/>
    <p:sldLayoutId id="2147483948" r:id="rId32"/>
    <p:sldLayoutId id="2147483949" r:id="rId33"/>
    <p:sldLayoutId id="2147483950" r:id="rId34"/>
    <p:sldLayoutId id="2147483951" r:id="rId35"/>
    <p:sldLayoutId id="2147483952" r:id="rId36"/>
    <p:sldLayoutId id="2147483953" r:id="rId37"/>
    <p:sldLayoutId id="2147483954" r:id="rId38"/>
    <p:sldLayoutId id="2147483955" r:id="rId39"/>
    <p:sldLayoutId id="2147483956" r:id="rId40"/>
    <p:sldLayoutId id="2147483957" r:id="rId41"/>
    <p:sldLayoutId id="2147483958" r:id="rId42"/>
    <p:sldLayoutId id="2147483959" r:id="rId43"/>
    <p:sldLayoutId id="2147483960" r:id="rId44"/>
    <p:sldLayoutId id="2147483961" r:id="rId45"/>
    <p:sldLayoutId id="2147483962" r:id="rId46"/>
    <p:sldLayoutId id="2147483963" r:id="rId47"/>
    <p:sldLayoutId id="2147483964" r:id="rId48"/>
    <p:sldLayoutId id="2147483965" r:id="rId49"/>
    <p:sldLayoutId id="2147483966" r:id="rId50"/>
    <p:sldLayoutId id="2147483967" r:id="rId51"/>
    <p:sldLayoutId id="2147483969" r:id="rId52"/>
    <p:sldLayoutId id="2147483970" r:id="rId53"/>
    <p:sldLayoutId id="2147483971" r:id="rId54"/>
    <p:sldLayoutId id="2147483972" r:id="rId55"/>
    <p:sldLayoutId id="2147483973" r:id="rId56"/>
    <p:sldLayoutId id="2147483974" r:id="rId57"/>
    <p:sldLayoutId id="2147483975" r:id="rId58"/>
  </p:sldLayoutIdLst>
  <p:hf hdr="0"/>
  <p:txStyles>
    <p:titleStyle>
      <a:lvl1pPr algn="l" defTabSz="914400" rtl="0" eaLnBrk="1" latinLnBrk="0" hangingPunct="1">
        <a:lnSpc>
          <a:spcPct val="100000"/>
        </a:lnSpc>
        <a:spcBef>
          <a:spcPct val="0"/>
        </a:spcBef>
        <a:buNone/>
        <a:defRPr sz="4000" b="0" i="0" kern="1200" cap="all" baseline="0">
          <a:solidFill>
            <a:schemeClr val="tx1"/>
          </a:solidFill>
          <a:latin typeface="+mj-lt"/>
          <a:ea typeface="+mj-ea"/>
          <a:cs typeface="+mj-cs"/>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sz="1800" b="0" i="0" kern="1200">
          <a:solidFill>
            <a:schemeClr val="tx1"/>
          </a:solidFill>
          <a:latin typeface="+mn-lt"/>
          <a:ea typeface="+mn-ea"/>
          <a:cs typeface="+mn-cs"/>
        </a:defRPr>
      </a:lvl1pPr>
      <a:lvl2pPr marL="514350" indent="-285750" algn="l" defTabSz="914400" rtl="0" eaLnBrk="1" latinLnBrk="0" hangingPunct="1">
        <a:lnSpc>
          <a:spcPct val="100000"/>
        </a:lnSpc>
        <a:spcBef>
          <a:spcPts val="500"/>
        </a:spcBef>
        <a:buFont typeface="Arial" panose="020B0604020202020204" pitchFamily="34" charset="0"/>
        <a:buChar char="•"/>
        <a:defRPr sz="1600" b="0" i="0" kern="1200">
          <a:solidFill>
            <a:schemeClr val="tx1"/>
          </a:solidFill>
          <a:latin typeface="+mn-lt"/>
          <a:ea typeface="+mn-ea"/>
          <a:cs typeface="+mn-cs"/>
        </a:defRPr>
      </a:lvl2pPr>
      <a:lvl3pPr marL="742950" indent="-285750" algn="l" defTabSz="914400" rtl="0" eaLnBrk="1" latinLnBrk="0" hangingPunct="1">
        <a:lnSpc>
          <a:spcPct val="100000"/>
        </a:lnSpc>
        <a:spcBef>
          <a:spcPts val="500"/>
        </a:spcBef>
        <a:buFont typeface="Arial" panose="020B0604020202020204" pitchFamily="34" charset="0"/>
        <a:buChar char="•"/>
        <a:defRPr sz="1400" b="0" i="0" kern="1200">
          <a:solidFill>
            <a:schemeClr val="tx1"/>
          </a:solidFill>
          <a:latin typeface="+mn-lt"/>
          <a:ea typeface="+mn-ea"/>
          <a:cs typeface="+mn-cs"/>
        </a:defRPr>
      </a:lvl3pPr>
      <a:lvl4pPr marL="9715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www.rawpixel.com/search/benefit?page=1&amp;sort=curated" TargetMode="External"/><Relationship Id="rId2" Type="http://schemas.openxmlformats.org/officeDocument/2006/relationships/image" Target="../media/image9.png"/><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iabac.org/blog/the-future-of-data-analytics-and-emerging-trends" TargetMode="External"/><Relationship Id="rId2" Type="http://schemas.openxmlformats.org/officeDocument/2006/relationships/image" Target="../media/image11.jpg"/><Relationship Id="rId1" Type="http://schemas.openxmlformats.org/officeDocument/2006/relationships/slideLayout" Target="../slideLayouts/slideLayout5.xml"/><Relationship Id="rId4" Type="http://schemas.openxmlformats.org/officeDocument/2006/relationships/hyperlink" Target="https://creativecommons.org/licenses/by-sa/3.0/"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rawpixel.com/search/data%20analysis%20dark" TargetMode="External"/><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hyperlink" Target="https://energiaa.vamk.fi/en/articles/komptence/zero-emission-data-center-components-and-features/" TargetMode="External"/><Relationship Id="rId2" Type="http://schemas.openxmlformats.org/officeDocument/2006/relationships/image" Target="../media/image13.jpeg"/><Relationship Id="rId1" Type="http://schemas.openxmlformats.org/officeDocument/2006/relationships/slideLayout" Target="../slideLayouts/slideLayout5.xml"/><Relationship Id="rId4" Type="http://schemas.openxmlformats.org/officeDocument/2006/relationships/hyperlink" Target="https://creativecommons.org/licenses/by-sa/3.0/"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devzery.com/post/which-api-is-most-popular" TargetMode="External"/><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hyperlink" Target="https://www.hippopx.com/en/source-code-code-programming-c-coding-digital-software-165588" TargetMode="External"/><Relationship Id="rId2" Type="http://schemas.openxmlformats.org/officeDocument/2006/relationships/image" Target="../media/image15.jpg"/><Relationship Id="rId1" Type="http://schemas.openxmlformats.org/officeDocument/2006/relationships/slideLayout" Target="../slideLayouts/slideLayout56.xml"/></Relationships>
</file>

<file path=ppt/slides/_rels/slide14.xml.rels><?xml version="1.0" encoding="UTF-8" standalone="yes"?>
<Relationships xmlns="http://schemas.openxmlformats.org/package/2006/relationships"><Relationship Id="rId3" Type="http://schemas.openxmlformats.org/officeDocument/2006/relationships/hyperlink" Target="https://gijn.org/resource/tipsheet/tipsheet-latest-tools-investigating-with-telegram/" TargetMode="External"/><Relationship Id="rId2" Type="http://schemas.openxmlformats.org/officeDocument/2006/relationships/image" Target="../media/image16.jpg"/><Relationship Id="rId1" Type="http://schemas.openxmlformats.org/officeDocument/2006/relationships/slideLayout" Target="../slideLayouts/slideLayout5.xml"/><Relationship Id="rId4" Type="http://schemas.openxmlformats.org/officeDocument/2006/relationships/hyperlink" Target="https://creativecommons.org/licenses/by-nd/3.0/"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5.xml"/><Relationship Id="rId4" Type="http://schemas.microsoft.com/office/2007/relationships/hdphoto" Target="../media/hdphoto3.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6.xml"/><Relationship Id="rId4" Type="http://schemas.microsoft.com/office/2007/relationships/hdphoto" Target="../media/hdphoto2.wdp"/></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FC534-D45B-C515-59E3-4C260019E016}"/>
              </a:ext>
            </a:extLst>
          </p:cNvPr>
          <p:cNvSpPr>
            <a:spLocks noGrp="1"/>
          </p:cNvSpPr>
          <p:nvPr>
            <p:ph type="ctrTitle"/>
          </p:nvPr>
        </p:nvSpPr>
        <p:spPr>
          <a:xfrm>
            <a:off x="3855720" y="1605915"/>
            <a:ext cx="4480560" cy="2468880"/>
          </a:xfrm>
        </p:spPr>
        <p:txBody>
          <a:bodyPr/>
          <a:lstStyle/>
          <a:p>
            <a:r>
              <a:rPr lang="en-US" dirty="0"/>
              <a:t>EGT307</a:t>
            </a:r>
          </a:p>
        </p:txBody>
      </p:sp>
      <p:sp>
        <p:nvSpPr>
          <p:cNvPr id="3" name="Subtitle 2">
            <a:extLst>
              <a:ext uri="{FF2B5EF4-FFF2-40B4-BE49-F238E27FC236}">
                <a16:creationId xmlns:a16="http://schemas.microsoft.com/office/drawing/2014/main" id="{22950508-6902-F575-FCC4-234E6821BF41}"/>
              </a:ext>
            </a:extLst>
          </p:cNvPr>
          <p:cNvSpPr>
            <a:spLocks noGrp="1"/>
          </p:cNvSpPr>
          <p:nvPr>
            <p:ph type="subTitle" idx="1"/>
          </p:nvPr>
        </p:nvSpPr>
        <p:spPr>
          <a:xfrm>
            <a:off x="4221480" y="4245427"/>
            <a:ext cx="3749040" cy="1463040"/>
          </a:xfrm>
        </p:spPr>
        <p:txBody>
          <a:bodyPr>
            <a:normAutofit fontScale="92500" lnSpcReduction="20000"/>
          </a:bodyPr>
          <a:lstStyle/>
          <a:p>
            <a:r>
              <a:rPr lang="en-US" dirty="0"/>
              <a:t>BY: TEAM BACON</a:t>
            </a:r>
          </a:p>
          <a:p>
            <a:r>
              <a:rPr lang="en-US" dirty="0"/>
              <a:t>WEI GUAN</a:t>
            </a:r>
          </a:p>
          <a:p>
            <a:r>
              <a:rPr lang="en-US" dirty="0"/>
              <a:t>SHUN WEI </a:t>
            </a:r>
          </a:p>
          <a:p>
            <a:r>
              <a:rPr lang="en-US" dirty="0"/>
              <a:t>DEREK</a:t>
            </a:r>
          </a:p>
          <a:p>
            <a:r>
              <a:rPr lang="en-US" dirty="0"/>
              <a:t>Louis</a:t>
            </a:r>
          </a:p>
        </p:txBody>
      </p:sp>
    </p:spTree>
    <p:extLst>
      <p:ext uri="{BB962C8B-B14F-4D97-AF65-F5344CB8AC3E}">
        <p14:creationId xmlns:p14="http://schemas.microsoft.com/office/powerpoint/2010/main" val="2699954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9A5B3-D1E4-D0C2-F83A-1FA0DFF13296}"/>
              </a:ext>
            </a:extLst>
          </p:cNvPr>
          <p:cNvSpPr>
            <a:spLocks noGrp="1"/>
          </p:cNvSpPr>
          <p:nvPr>
            <p:ph type="title"/>
          </p:nvPr>
        </p:nvSpPr>
        <p:spPr>
          <a:xfrm>
            <a:off x="6600623" y="822960"/>
            <a:ext cx="4342337" cy="2103120"/>
          </a:xfrm>
        </p:spPr>
        <p:txBody>
          <a:bodyPr anchor="t">
            <a:normAutofit/>
          </a:bodyPr>
          <a:lstStyle/>
          <a:p>
            <a:r>
              <a:rPr lang="en-SG" dirty="0"/>
              <a:t>Problem Statement</a:t>
            </a:r>
          </a:p>
        </p:txBody>
      </p:sp>
      <p:sp>
        <p:nvSpPr>
          <p:cNvPr id="3" name="Footer Placeholder 2">
            <a:extLst>
              <a:ext uri="{FF2B5EF4-FFF2-40B4-BE49-F238E27FC236}">
                <a16:creationId xmlns:a16="http://schemas.microsoft.com/office/drawing/2014/main" id="{0EE80E97-6251-AC91-6D35-87EF2A034F80}"/>
              </a:ext>
            </a:extLst>
          </p:cNvPr>
          <p:cNvSpPr>
            <a:spLocks noGrp="1"/>
          </p:cNvSpPr>
          <p:nvPr>
            <p:ph type="ftr" sz="quarter" idx="16"/>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7" name="Picture 6" descr="Picture">
            <a:extLst>
              <a:ext uri="{FF2B5EF4-FFF2-40B4-BE49-F238E27FC236}">
                <a16:creationId xmlns:a16="http://schemas.microsoft.com/office/drawing/2014/main" id="{A9E72EB2-4A4E-6262-18FA-5B39E2DB68CA}"/>
              </a:ext>
            </a:extLst>
          </p:cNvPr>
          <p:cNvPicPr>
            <a:picLocks noChangeAspect="1"/>
          </p:cNvPicPr>
          <p:nvPr/>
        </p:nvPicPr>
        <p:blipFill>
          <a:blip r:embed="rId3"/>
          <a:srcRect l="11558" r="30119" b="2"/>
          <a:stretch>
            <a:fillRect/>
          </a:stretch>
        </p:blipFill>
        <p:spPr>
          <a:xfrm>
            <a:off x="804672" y="402336"/>
            <a:ext cx="5289176" cy="6053328"/>
          </a:xfrm>
          <a:prstGeom prst="rect">
            <a:avLst/>
          </a:prstGeom>
          <a:noFill/>
          <a:ln w="6350">
            <a:solidFill>
              <a:schemeClr val="tx1"/>
            </a:solidFill>
          </a:ln>
        </p:spPr>
      </p:pic>
      <p:sp>
        <p:nvSpPr>
          <p:cNvPr id="4" name="Content Placeholder 3">
            <a:extLst>
              <a:ext uri="{FF2B5EF4-FFF2-40B4-BE49-F238E27FC236}">
                <a16:creationId xmlns:a16="http://schemas.microsoft.com/office/drawing/2014/main" id="{7D2A119A-9A1B-4BDC-333B-C4F2A646A21F}"/>
              </a:ext>
            </a:extLst>
          </p:cNvPr>
          <p:cNvSpPr>
            <a:spLocks noGrp="1"/>
          </p:cNvSpPr>
          <p:nvPr>
            <p:ph sz="quarter" idx="13"/>
          </p:nvPr>
        </p:nvSpPr>
        <p:spPr>
          <a:xfrm>
            <a:off x="6599560" y="3620018"/>
            <a:ext cx="4343400" cy="2515941"/>
          </a:xfrm>
        </p:spPr>
        <p:txBody>
          <a:bodyPr>
            <a:noAutofit/>
          </a:bodyPr>
          <a:lstStyle/>
          <a:p>
            <a:r>
              <a:rPr lang="en-SG" sz="2000" dirty="0"/>
              <a:t>Current environmental monitoring systems rely on manual analysis of sensor data, which is inefficient and prone to delayed responses. </a:t>
            </a:r>
          </a:p>
        </p:txBody>
      </p:sp>
      <p:sp>
        <p:nvSpPr>
          <p:cNvPr id="5" name="Date Placeholder 4">
            <a:extLst>
              <a:ext uri="{FF2B5EF4-FFF2-40B4-BE49-F238E27FC236}">
                <a16:creationId xmlns:a16="http://schemas.microsoft.com/office/drawing/2014/main" id="{A0D81173-2692-1EC8-9E30-62838359A5A5}"/>
              </a:ext>
            </a:extLst>
          </p:cNvPr>
          <p:cNvSpPr>
            <a:spLocks noGrp="1"/>
          </p:cNvSpPr>
          <p:nvPr>
            <p:ph type="dt" sz="half" idx="15"/>
          </p:nvPr>
        </p:nvSpPr>
        <p:spPr>
          <a:xfrm rot="5400000">
            <a:off x="10040831" y="4206240"/>
            <a:ext cx="3494314" cy="365125"/>
          </a:xfrm>
        </p:spPr>
        <p:txBody>
          <a:bodyPr anchor="ctr">
            <a:normAutofit/>
          </a:bodyPr>
          <a:lstStyle/>
          <a:p>
            <a:pPr>
              <a:spcAft>
                <a:spcPts val="600"/>
              </a:spcAft>
            </a:pPr>
            <a:fld id="{927C0DEB-4AE1-EA4D-826D-E3C22802B942}" type="datetime1">
              <a:rPr lang="en-US" smtClean="0"/>
              <a:pPr>
                <a:spcAft>
                  <a:spcPts val="600"/>
                </a:spcAft>
              </a:pPr>
              <a:t>8/7/2026</a:t>
            </a:fld>
            <a:endParaRPr lang="en-US"/>
          </a:p>
        </p:txBody>
      </p:sp>
      <p:sp>
        <p:nvSpPr>
          <p:cNvPr id="6" name="Slide Number Placeholder 5">
            <a:extLst>
              <a:ext uri="{FF2B5EF4-FFF2-40B4-BE49-F238E27FC236}">
                <a16:creationId xmlns:a16="http://schemas.microsoft.com/office/drawing/2014/main" id="{ABB406EC-D35C-8A52-7BBB-EB512633B053}"/>
              </a:ext>
            </a:extLst>
          </p:cNvPr>
          <p:cNvSpPr>
            <a:spLocks noGrp="1"/>
          </p:cNvSpPr>
          <p:nvPr>
            <p:ph type="sldNum" sz="quarter" idx="17"/>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2</a:t>
            </a:fld>
            <a:endParaRPr lang="en-US"/>
          </a:p>
        </p:txBody>
      </p:sp>
    </p:spTree>
    <p:extLst>
      <p:ext uri="{BB962C8B-B14F-4D97-AF65-F5344CB8AC3E}">
        <p14:creationId xmlns:p14="http://schemas.microsoft.com/office/powerpoint/2010/main" val="703768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4325F-70DF-3923-AECD-D2B55B5DFE5A}"/>
              </a:ext>
            </a:extLst>
          </p:cNvPr>
          <p:cNvSpPr>
            <a:spLocks noGrp="1"/>
          </p:cNvSpPr>
          <p:nvPr>
            <p:ph type="title"/>
          </p:nvPr>
        </p:nvSpPr>
        <p:spPr>
          <a:xfrm>
            <a:off x="5303520" y="786384"/>
            <a:ext cx="5669280" cy="931580"/>
          </a:xfrm>
        </p:spPr>
        <p:txBody>
          <a:bodyPr anchor="b">
            <a:normAutofit/>
          </a:bodyPr>
          <a:lstStyle/>
          <a:p>
            <a:pPr>
              <a:lnSpc>
                <a:spcPct val="90000"/>
              </a:lnSpc>
            </a:pPr>
            <a:r>
              <a:rPr lang="en-SG" sz="3000" dirty="0"/>
              <a:t>Relevance to the real world</a:t>
            </a:r>
          </a:p>
        </p:txBody>
      </p:sp>
      <p:sp>
        <p:nvSpPr>
          <p:cNvPr id="3" name="Footer Placeholder 2">
            <a:extLst>
              <a:ext uri="{FF2B5EF4-FFF2-40B4-BE49-F238E27FC236}">
                <a16:creationId xmlns:a16="http://schemas.microsoft.com/office/drawing/2014/main" id="{25928AFC-E3E8-7117-16DB-B09FFD6726EF}"/>
              </a:ext>
            </a:extLst>
          </p:cNvPr>
          <p:cNvSpPr>
            <a:spLocks noGrp="1"/>
          </p:cNvSpPr>
          <p:nvPr>
            <p:ph type="ftr" sz="quarter" idx="16"/>
          </p:nvPr>
        </p:nvSpPr>
        <p:spPr>
          <a:xfrm rot="16200000">
            <a:off x="-1005840" y="1525384"/>
            <a:ext cx="2805405" cy="365125"/>
          </a:xfrm>
        </p:spPr>
        <p:txBody>
          <a:bodyPr anchor="ctr">
            <a:normAutofit/>
          </a:bodyPr>
          <a:lstStyle/>
          <a:p>
            <a:pPr>
              <a:spcAft>
                <a:spcPts val="600"/>
              </a:spcAft>
            </a:pPr>
            <a:r>
              <a:rPr lang="en-US"/>
              <a:t>SAMPLE FOOTER TEXT</a:t>
            </a:r>
          </a:p>
        </p:txBody>
      </p:sp>
      <p:pic>
        <p:nvPicPr>
          <p:cNvPr id="10" name="Picture Placeholder 9">
            <a:extLst>
              <a:ext uri="{FF2B5EF4-FFF2-40B4-BE49-F238E27FC236}">
                <a16:creationId xmlns:a16="http://schemas.microsoft.com/office/drawing/2014/main" id="{864E04B3-7C26-C99E-6274-23EDA54E63F2}"/>
              </a:ext>
            </a:extLst>
          </p:cNvPr>
          <p:cNvPicPr>
            <a:picLocks noGrp="1" noChangeAspect="1"/>
          </p:cNvPicPr>
          <p:nvPr>
            <p:ph type="pic" sz="quarter" idx="13"/>
          </p:nvPr>
        </p:nvPicPr>
        <p:blipFill>
          <a:blip r:embed="rId3"/>
          <a:srcRect l="16485" r="24771" b="2"/>
          <a:stretch>
            <a:fillRect/>
          </a:stretch>
        </p:blipFill>
        <p:spPr>
          <a:xfrm>
            <a:off x="805544" y="400051"/>
            <a:ext cx="4098966" cy="6052952"/>
          </a:xfrm>
          <a:prstGeom prst="rect">
            <a:avLst/>
          </a:prstGeom>
          <a:noFill/>
          <a:ln w="6350">
            <a:solidFill>
              <a:srgbClr val="2C2F21"/>
            </a:solidFill>
          </a:ln>
        </p:spPr>
      </p:pic>
      <p:sp>
        <p:nvSpPr>
          <p:cNvPr id="4" name="Content Placeholder 3">
            <a:extLst>
              <a:ext uri="{FF2B5EF4-FFF2-40B4-BE49-F238E27FC236}">
                <a16:creationId xmlns:a16="http://schemas.microsoft.com/office/drawing/2014/main" id="{99A27A71-EE09-D46D-7D28-B7D563897E47}"/>
              </a:ext>
            </a:extLst>
          </p:cNvPr>
          <p:cNvSpPr>
            <a:spLocks noGrp="1"/>
          </p:cNvSpPr>
          <p:nvPr>
            <p:ph sz="quarter" idx="14"/>
          </p:nvPr>
        </p:nvSpPr>
        <p:spPr>
          <a:xfrm>
            <a:off x="5303520" y="2445326"/>
            <a:ext cx="5669280" cy="3589713"/>
          </a:xfrm>
        </p:spPr>
        <p:txBody>
          <a:bodyPr>
            <a:normAutofit/>
          </a:bodyPr>
          <a:lstStyle/>
          <a:p>
            <a:r>
              <a:rPr lang="en-SG" sz="2400" dirty="0"/>
              <a:t>In a nuclear plant, catching a sudden change in air quality is a race against an invisible hazard. </a:t>
            </a:r>
          </a:p>
          <a:p>
            <a:r>
              <a:rPr lang="en-SG" sz="2400" dirty="0"/>
              <a:t>Human operators get tired and miss things. </a:t>
            </a:r>
          </a:p>
          <a:p>
            <a:r>
              <a:rPr lang="en-SG" sz="2400" dirty="0"/>
              <a:t>By using AI, the plant can predict emergencies instead of just reacting to them. </a:t>
            </a:r>
          </a:p>
        </p:txBody>
      </p:sp>
      <p:sp>
        <p:nvSpPr>
          <p:cNvPr id="5" name="Date Placeholder 4">
            <a:extLst>
              <a:ext uri="{FF2B5EF4-FFF2-40B4-BE49-F238E27FC236}">
                <a16:creationId xmlns:a16="http://schemas.microsoft.com/office/drawing/2014/main" id="{10E32BF8-70BE-4C6A-3E27-065CD075D64A}"/>
              </a:ext>
            </a:extLst>
          </p:cNvPr>
          <p:cNvSpPr>
            <a:spLocks noGrp="1"/>
          </p:cNvSpPr>
          <p:nvPr>
            <p:ph type="dt" sz="half" idx="15"/>
          </p:nvPr>
        </p:nvSpPr>
        <p:spPr>
          <a:xfrm rot="5400000">
            <a:off x="10040831" y="4206240"/>
            <a:ext cx="3494314" cy="365125"/>
          </a:xfrm>
        </p:spPr>
        <p:txBody>
          <a:bodyPr anchor="ctr">
            <a:normAutofit/>
          </a:bodyPr>
          <a:lstStyle/>
          <a:p>
            <a:pPr>
              <a:spcAft>
                <a:spcPts val="600"/>
              </a:spcAft>
            </a:pPr>
            <a:fld id="{927C0DEB-4AE1-EA4D-826D-E3C22802B942}" type="datetime1">
              <a:rPr lang="en-US" smtClean="0"/>
              <a:pPr>
                <a:spcAft>
                  <a:spcPts val="600"/>
                </a:spcAft>
              </a:pPr>
              <a:t>8/7/2026</a:t>
            </a:fld>
            <a:endParaRPr lang="en-US"/>
          </a:p>
        </p:txBody>
      </p:sp>
      <p:sp>
        <p:nvSpPr>
          <p:cNvPr id="6" name="Slide Number Placeholder 5">
            <a:extLst>
              <a:ext uri="{FF2B5EF4-FFF2-40B4-BE49-F238E27FC236}">
                <a16:creationId xmlns:a16="http://schemas.microsoft.com/office/drawing/2014/main" id="{3A8E4CFF-69F8-14D3-A725-7020C7222B98}"/>
              </a:ext>
            </a:extLst>
          </p:cNvPr>
          <p:cNvSpPr>
            <a:spLocks noGrp="1"/>
          </p:cNvSpPr>
          <p:nvPr>
            <p:ph type="sldNum" sz="quarter" idx="17"/>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3</a:t>
            </a:fld>
            <a:endParaRPr lang="en-US"/>
          </a:p>
        </p:txBody>
      </p:sp>
    </p:spTree>
    <p:extLst>
      <p:ext uri="{BB962C8B-B14F-4D97-AF65-F5344CB8AC3E}">
        <p14:creationId xmlns:p14="http://schemas.microsoft.com/office/powerpoint/2010/main" val="3027127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55C9A-7E3C-6B76-FADF-47C0F26633B7}"/>
              </a:ext>
            </a:extLst>
          </p:cNvPr>
          <p:cNvSpPr>
            <a:spLocks noGrp="1"/>
          </p:cNvSpPr>
          <p:nvPr>
            <p:ph type="title"/>
          </p:nvPr>
        </p:nvSpPr>
        <p:spPr>
          <a:xfrm>
            <a:off x="6395601" y="793501"/>
            <a:ext cx="4668639" cy="820554"/>
          </a:xfrm>
        </p:spPr>
        <p:txBody>
          <a:bodyPr anchor="b">
            <a:normAutofit fontScale="90000"/>
          </a:bodyPr>
          <a:lstStyle/>
          <a:p>
            <a:r>
              <a:rPr lang="en-SG"/>
              <a:t>objectives</a:t>
            </a:r>
          </a:p>
        </p:txBody>
      </p:sp>
      <p:sp>
        <p:nvSpPr>
          <p:cNvPr id="3" name="Footer Placeholder 2">
            <a:extLst>
              <a:ext uri="{FF2B5EF4-FFF2-40B4-BE49-F238E27FC236}">
                <a16:creationId xmlns:a16="http://schemas.microsoft.com/office/drawing/2014/main" id="{29BC339A-8F50-0784-BA77-D11E3DB36706}"/>
              </a:ext>
            </a:extLst>
          </p:cNvPr>
          <p:cNvSpPr>
            <a:spLocks noGrp="1"/>
          </p:cNvSpPr>
          <p:nvPr>
            <p:ph type="ftr" sz="quarter" idx="15"/>
          </p:nvPr>
        </p:nvSpPr>
        <p:spPr>
          <a:xfrm rot="16200000">
            <a:off x="-1005840" y="1525384"/>
            <a:ext cx="2805405" cy="365125"/>
          </a:xfrm>
        </p:spPr>
        <p:txBody>
          <a:bodyPr anchor="ctr">
            <a:normAutofit/>
          </a:bodyPr>
          <a:lstStyle/>
          <a:p>
            <a:pPr>
              <a:spcAft>
                <a:spcPts val="600"/>
              </a:spcAft>
            </a:pPr>
            <a:r>
              <a:rPr lang="en-US"/>
              <a:t>SAMPLE FOOTER TEXT</a:t>
            </a:r>
          </a:p>
        </p:txBody>
      </p:sp>
      <p:sp>
        <p:nvSpPr>
          <p:cNvPr id="4" name="Content Placeholder 3">
            <a:extLst>
              <a:ext uri="{FF2B5EF4-FFF2-40B4-BE49-F238E27FC236}">
                <a16:creationId xmlns:a16="http://schemas.microsoft.com/office/drawing/2014/main" id="{2EA954F3-E23B-4AAA-7854-BCF9CAC0B0EB}"/>
              </a:ext>
            </a:extLst>
          </p:cNvPr>
          <p:cNvSpPr>
            <a:spLocks noGrp="1"/>
          </p:cNvSpPr>
          <p:nvPr>
            <p:ph type="body" sz="quarter" idx="17"/>
          </p:nvPr>
        </p:nvSpPr>
        <p:spPr>
          <a:xfrm>
            <a:off x="6395598" y="2064327"/>
            <a:ext cx="4668642" cy="3860736"/>
          </a:xfrm>
        </p:spPr>
        <p:txBody>
          <a:bodyPr>
            <a:normAutofit/>
          </a:bodyPr>
          <a:lstStyle/>
          <a:p>
            <a:pPr marL="342900" indent="-342900">
              <a:lnSpc>
                <a:spcPct val="90000"/>
              </a:lnSpc>
              <a:buFont typeface="+mj-lt"/>
              <a:buAutoNum type="arabicPeriod"/>
            </a:pPr>
            <a:r>
              <a:rPr lang="en-SG" sz="2400" dirty="0"/>
              <a:t>Automated Analysis: Use machine learning to interpret sensor data instead of relying solely on raw readings</a:t>
            </a:r>
            <a:br>
              <a:rPr lang="en-SG" sz="2400" dirty="0"/>
            </a:br>
            <a:endParaRPr lang="en-SG" sz="2400" dirty="0"/>
          </a:p>
          <a:p>
            <a:pPr marL="342900" indent="-342900">
              <a:lnSpc>
                <a:spcPct val="90000"/>
              </a:lnSpc>
              <a:buFont typeface="+mj-lt"/>
              <a:buAutoNum type="arabicPeriod"/>
            </a:pPr>
            <a:r>
              <a:rPr lang="en-SG" sz="2400" dirty="0"/>
              <a:t>Early Detection: Identify abnormal environmental conditions (e.g., pollution spikes, temperature anomalies) before they escalate.</a:t>
            </a:r>
          </a:p>
          <a:p>
            <a:pPr>
              <a:lnSpc>
                <a:spcPct val="90000"/>
              </a:lnSpc>
            </a:pPr>
            <a:endParaRPr lang="en-SG" sz="2400" dirty="0"/>
          </a:p>
        </p:txBody>
      </p:sp>
      <p:pic>
        <p:nvPicPr>
          <p:cNvPr id="12" name="Picture Placeholder 11">
            <a:extLst>
              <a:ext uri="{FF2B5EF4-FFF2-40B4-BE49-F238E27FC236}">
                <a16:creationId xmlns:a16="http://schemas.microsoft.com/office/drawing/2014/main" id="{E8B2DCCD-0ECD-6944-4C03-1D24C21835F5}"/>
              </a:ext>
            </a:extLst>
          </p:cNvPr>
          <p:cNvPicPr>
            <a:picLocks noGrp="1" noChangeAspect="1"/>
          </p:cNvPicPr>
          <p:nvPr>
            <p:ph type="pic" sz="quarter" idx="13"/>
          </p:nvPr>
        </p:nvPicPr>
        <p:blipFill>
          <a:blip r:embed="rId3"/>
          <a:srcRect l="42688" r="13624" b="1"/>
          <a:stretch>
            <a:fillRect/>
          </a:stretch>
        </p:blipFill>
        <p:spPr>
          <a:xfrm>
            <a:off x="804672" y="397791"/>
            <a:ext cx="5289176" cy="6053328"/>
          </a:xfrm>
          <a:prstGeom prst="rect">
            <a:avLst/>
          </a:prstGeom>
          <a:noFill/>
        </p:spPr>
      </p:pic>
      <p:sp>
        <p:nvSpPr>
          <p:cNvPr id="5" name="Date Placeholder 4">
            <a:extLst>
              <a:ext uri="{FF2B5EF4-FFF2-40B4-BE49-F238E27FC236}">
                <a16:creationId xmlns:a16="http://schemas.microsoft.com/office/drawing/2014/main" id="{FB80295A-201E-4C8E-5F1C-78321DECB4E1}"/>
              </a:ext>
            </a:extLst>
          </p:cNvPr>
          <p:cNvSpPr>
            <a:spLocks noGrp="1"/>
          </p:cNvSpPr>
          <p:nvPr>
            <p:ph type="dt" sz="half" idx="14"/>
          </p:nvPr>
        </p:nvSpPr>
        <p:spPr>
          <a:xfrm rot="5400000">
            <a:off x="10040831" y="4206240"/>
            <a:ext cx="3494314" cy="365125"/>
          </a:xfrm>
        </p:spPr>
        <p:txBody>
          <a:bodyPr anchor="ctr">
            <a:normAutofit/>
          </a:bodyPr>
          <a:lstStyle/>
          <a:p>
            <a:pPr>
              <a:spcAft>
                <a:spcPts val="600"/>
              </a:spcAft>
            </a:pPr>
            <a:fld id="{927C0DEB-4AE1-EA4D-826D-E3C22802B942}" type="datetime1">
              <a:rPr lang="en-US" smtClean="0"/>
              <a:pPr>
                <a:spcAft>
                  <a:spcPts val="600"/>
                </a:spcAft>
              </a:pPr>
              <a:t>8/7/2026</a:t>
            </a:fld>
            <a:endParaRPr lang="en-US"/>
          </a:p>
        </p:txBody>
      </p:sp>
      <p:sp>
        <p:nvSpPr>
          <p:cNvPr id="6" name="Slide Number Placeholder 5">
            <a:extLst>
              <a:ext uri="{FF2B5EF4-FFF2-40B4-BE49-F238E27FC236}">
                <a16:creationId xmlns:a16="http://schemas.microsoft.com/office/drawing/2014/main" id="{DDF07D2A-8B5E-C403-63AE-D9A0F7900580}"/>
              </a:ext>
            </a:extLst>
          </p:cNvPr>
          <p:cNvSpPr>
            <a:spLocks noGrp="1"/>
          </p:cNvSpPr>
          <p:nvPr>
            <p:ph type="sldNum" sz="quarter" idx="16"/>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4</a:t>
            </a:fld>
            <a:endParaRPr lang="en-US"/>
          </a:p>
        </p:txBody>
      </p:sp>
    </p:spTree>
    <p:extLst>
      <p:ext uri="{BB962C8B-B14F-4D97-AF65-F5344CB8AC3E}">
        <p14:creationId xmlns:p14="http://schemas.microsoft.com/office/powerpoint/2010/main" val="4086145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DCD7B-6D14-57C9-31B0-FF2C7F3508F8}"/>
              </a:ext>
            </a:extLst>
          </p:cNvPr>
          <p:cNvSpPr>
            <a:spLocks noGrp="1"/>
          </p:cNvSpPr>
          <p:nvPr>
            <p:ph type="title"/>
          </p:nvPr>
        </p:nvSpPr>
        <p:spPr>
          <a:xfrm>
            <a:off x="1100993" y="516220"/>
            <a:ext cx="5456295" cy="675271"/>
          </a:xfrm>
        </p:spPr>
        <p:txBody>
          <a:bodyPr anchor="b">
            <a:normAutofit/>
          </a:bodyPr>
          <a:lstStyle/>
          <a:p>
            <a:r>
              <a:rPr lang="en-SG" dirty="0"/>
              <a:t>Intended benefits</a:t>
            </a:r>
          </a:p>
        </p:txBody>
      </p:sp>
      <p:sp>
        <p:nvSpPr>
          <p:cNvPr id="3" name="Footer Placeholder 2">
            <a:extLst>
              <a:ext uri="{FF2B5EF4-FFF2-40B4-BE49-F238E27FC236}">
                <a16:creationId xmlns:a16="http://schemas.microsoft.com/office/drawing/2014/main" id="{1A2E9870-B90D-6107-EC7C-F94E7FF3D9B9}"/>
              </a:ext>
            </a:extLst>
          </p:cNvPr>
          <p:cNvSpPr>
            <a:spLocks noGrp="1"/>
          </p:cNvSpPr>
          <p:nvPr>
            <p:ph type="ftr" sz="quarter" idx="16"/>
          </p:nvPr>
        </p:nvSpPr>
        <p:spPr>
          <a:xfrm rot="16200000">
            <a:off x="-1005840" y="1525384"/>
            <a:ext cx="2805405" cy="365125"/>
          </a:xfrm>
        </p:spPr>
        <p:txBody>
          <a:bodyPr anchor="ctr">
            <a:normAutofit/>
          </a:bodyPr>
          <a:lstStyle/>
          <a:p>
            <a:pPr>
              <a:spcAft>
                <a:spcPts val="600"/>
              </a:spcAft>
            </a:pPr>
            <a:r>
              <a:rPr lang="en-US"/>
              <a:t>SAMPLE FOOTER TEXT</a:t>
            </a:r>
          </a:p>
        </p:txBody>
      </p:sp>
      <p:sp>
        <p:nvSpPr>
          <p:cNvPr id="4" name="Content Placeholder 3">
            <a:extLst>
              <a:ext uri="{FF2B5EF4-FFF2-40B4-BE49-F238E27FC236}">
                <a16:creationId xmlns:a16="http://schemas.microsoft.com/office/drawing/2014/main" id="{45B5A5C7-4764-9F54-D4E6-F24E40DF50E1}"/>
              </a:ext>
            </a:extLst>
          </p:cNvPr>
          <p:cNvSpPr>
            <a:spLocks noGrp="1"/>
          </p:cNvSpPr>
          <p:nvPr>
            <p:ph sz="quarter" idx="14"/>
          </p:nvPr>
        </p:nvSpPr>
        <p:spPr>
          <a:xfrm>
            <a:off x="1100993" y="1325880"/>
            <a:ext cx="5456295" cy="4206240"/>
          </a:xfrm>
        </p:spPr>
        <p:txBody>
          <a:bodyPr>
            <a:noAutofit/>
          </a:bodyPr>
          <a:lstStyle/>
          <a:p>
            <a:pPr marL="342900" indent="-342900">
              <a:buFont typeface="+mj-lt"/>
              <a:buAutoNum type="arabicPeriod"/>
            </a:pPr>
            <a:r>
              <a:rPr lang="en-SG" sz="1500" dirty="0"/>
              <a:t>Reduced Manual Monitoring: Eliminates the need for users to constantly track large datasets.</a:t>
            </a:r>
          </a:p>
          <a:p>
            <a:pPr marL="342900" indent="-342900">
              <a:buFont typeface="+mj-lt"/>
              <a:buAutoNum type="arabicPeriod"/>
            </a:pPr>
            <a:r>
              <a:rPr lang="en-SG" sz="1500" dirty="0"/>
              <a:t>Timely Responses: Early warnings help prevent environmental hazards or mitigate their impact.</a:t>
            </a:r>
          </a:p>
          <a:p>
            <a:pPr marL="342900" indent="-342900">
              <a:buFont typeface="+mj-lt"/>
              <a:buAutoNum type="arabicPeriod"/>
            </a:pPr>
            <a:r>
              <a:rPr lang="en-SG" sz="1500" dirty="0"/>
              <a:t>Scalability &amp; Reliability: Kubernetes ensures the system can handle growing sensor networks and data streams.</a:t>
            </a:r>
          </a:p>
          <a:p>
            <a:pPr marL="342900" indent="-342900">
              <a:buFont typeface="+mj-lt"/>
              <a:buAutoNum type="arabicPeriod"/>
            </a:pPr>
            <a:r>
              <a:rPr lang="en-SG" sz="1500" dirty="0"/>
              <a:t>Improved Accuracy: AI models can detect subtle anomalies that humans might miss.</a:t>
            </a:r>
          </a:p>
          <a:p>
            <a:pPr marL="342900" indent="-342900">
              <a:buFont typeface="+mj-lt"/>
              <a:buAutoNum type="arabicPeriod"/>
            </a:pPr>
            <a:r>
              <a:rPr lang="en-SG" sz="1500" dirty="0"/>
              <a:t>Cross-Domain Applications: Supports monitoring of air quality, water pollution, biodiversity, and climate hazards.</a:t>
            </a:r>
          </a:p>
          <a:p>
            <a:pPr marL="342900" indent="-342900">
              <a:buFont typeface="+mj-lt"/>
              <a:buAutoNum type="arabicPeriod"/>
            </a:pPr>
            <a:r>
              <a:rPr lang="en-SG" sz="1500" dirty="0"/>
              <a:t>Operational Efficiency: Microservices allow faster updates, easier maintenance, and resilience against failures.</a:t>
            </a:r>
          </a:p>
          <a:p>
            <a:pPr marL="342900" indent="-342900">
              <a:buFont typeface="+mj-lt"/>
              <a:buAutoNum type="arabicPeriod"/>
            </a:pPr>
            <a:r>
              <a:rPr lang="en-SG" sz="1500" dirty="0"/>
              <a:t>Public Accountability: Provides transparent, scientifically valid insights for policymakers and communities.</a:t>
            </a:r>
          </a:p>
          <a:p>
            <a:pPr marL="342900" indent="-342900">
              <a:buFont typeface="+mj-lt"/>
              <a:buAutoNum type="arabicPeriod"/>
            </a:pPr>
            <a:endParaRPr lang="en-SG" sz="1500" dirty="0"/>
          </a:p>
        </p:txBody>
      </p:sp>
      <p:pic>
        <p:nvPicPr>
          <p:cNvPr id="8" name="Picture Placeholder 7">
            <a:extLst>
              <a:ext uri="{FF2B5EF4-FFF2-40B4-BE49-F238E27FC236}">
                <a16:creationId xmlns:a16="http://schemas.microsoft.com/office/drawing/2014/main" id="{F6B4184B-6281-75FE-D557-8AC3BD738CB6}"/>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6348" r="26348"/>
          <a:stretch/>
        </p:blipFill>
        <p:spPr>
          <a:xfrm>
            <a:off x="7078856" y="402336"/>
            <a:ext cx="4305969" cy="6053328"/>
          </a:xfrm>
          <a:noFill/>
        </p:spPr>
      </p:pic>
      <p:sp>
        <p:nvSpPr>
          <p:cNvPr id="5" name="Date Placeholder 4">
            <a:extLst>
              <a:ext uri="{FF2B5EF4-FFF2-40B4-BE49-F238E27FC236}">
                <a16:creationId xmlns:a16="http://schemas.microsoft.com/office/drawing/2014/main" id="{81DD13BB-A229-9E27-75B9-43DFD4F62A99}"/>
              </a:ext>
            </a:extLst>
          </p:cNvPr>
          <p:cNvSpPr>
            <a:spLocks noGrp="1"/>
          </p:cNvSpPr>
          <p:nvPr>
            <p:ph type="dt" sz="half" idx="15"/>
          </p:nvPr>
        </p:nvSpPr>
        <p:spPr>
          <a:xfrm rot="5400000">
            <a:off x="10040831" y="4206240"/>
            <a:ext cx="3494314" cy="365125"/>
          </a:xfrm>
        </p:spPr>
        <p:txBody>
          <a:bodyPr anchor="ctr">
            <a:normAutofit/>
          </a:bodyPr>
          <a:lstStyle/>
          <a:p>
            <a:pPr>
              <a:spcAft>
                <a:spcPts val="600"/>
              </a:spcAft>
            </a:pPr>
            <a:fld id="{927C0DEB-4AE1-EA4D-826D-E3C22802B942}" type="datetime1">
              <a:rPr lang="en-US" smtClean="0"/>
              <a:pPr>
                <a:spcAft>
                  <a:spcPts val="600"/>
                </a:spcAft>
              </a:pPr>
              <a:t>8/7/2026</a:t>
            </a:fld>
            <a:endParaRPr lang="en-US"/>
          </a:p>
        </p:txBody>
      </p:sp>
      <p:sp>
        <p:nvSpPr>
          <p:cNvPr id="6" name="Slide Number Placeholder 5">
            <a:extLst>
              <a:ext uri="{FF2B5EF4-FFF2-40B4-BE49-F238E27FC236}">
                <a16:creationId xmlns:a16="http://schemas.microsoft.com/office/drawing/2014/main" id="{7DCCAA88-BC96-D2FB-AD61-20AC8FD044C9}"/>
              </a:ext>
            </a:extLst>
          </p:cNvPr>
          <p:cNvSpPr>
            <a:spLocks noGrp="1"/>
          </p:cNvSpPr>
          <p:nvPr>
            <p:ph type="sldNum" sz="quarter" idx="17"/>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5</a:t>
            </a:fld>
            <a:endParaRPr lang="en-US"/>
          </a:p>
        </p:txBody>
      </p:sp>
    </p:spTree>
    <p:extLst>
      <p:ext uri="{BB962C8B-B14F-4D97-AF65-F5344CB8AC3E}">
        <p14:creationId xmlns:p14="http://schemas.microsoft.com/office/powerpoint/2010/main" val="131214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30B5F-DC3E-C839-86F2-88778AD50D44}"/>
              </a:ext>
            </a:extLst>
          </p:cNvPr>
          <p:cNvSpPr>
            <a:spLocks noGrp="1"/>
          </p:cNvSpPr>
          <p:nvPr>
            <p:ph type="title"/>
          </p:nvPr>
        </p:nvSpPr>
        <p:spPr>
          <a:xfrm>
            <a:off x="1206418" y="782840"/>
            <a:ext cx="4572587" cy="3661142"/>
          </a:xfrm>
        </p:spPr>
        <p:txBody>
          <a:bodyPr anchor="t">
            <a:normAutofit/>
          </a:bodyPr>
          <a:lstStyle/>
          <a:p>
            <a:r>
              <a:rPr lang="en-SG" dirty="0"/>
              <a:t>Data sources</a:t>
            </a:r>
          </a:p>
        </p:txBody>
      </p:sp>
      <p:sp>
        <p:nvSpPr>
          <p:cNvPr id="3" name="Footer Placeholder 2">
            <a:extLst>
              <a:ext uri="{FF2B5EF4-FFF2-40B4-BE49-F238E27FC236}">
                <a16:creationId xmlns:a16="http://schemas.microsoft.com/office/drawing/2014/main" id="{04A4F64C-5856-0BD6-5177-BB6B1F57ECC3}"/>
              </a:ext>
            </a:extLst>
          </p:cNvPr>
          <p:cNvSpPr>
            <a:spLocks noGrp="1"/>
          </p:cNvSpPr>
          <p:nvPr>
            <p:ph type="ftr" sz="quarter" idx="15"/>
          </p:nvPr>
        </p:nvSpPr>
        <p:spPr>
          <a:xfrm rot="16200000">
            <a:off x="-1005840" y="1525384"/>
            <a:ext cx="2805405" cy="365125"/>
          </a:xfrm>
        </p:spPr>
        <p:txBody>
          <a:bodyPr anchor="ctr">
            <a:normAutofit/>
          </a:bodyPr>
          <a:lstStyle/>
          <a:p>
            <a:pPr>
              <a:spcAft>
                <a:spcPts val="600"/>
              </a:spcAft>
            </a:pPr>
            <a:r>
              <a:rPr lang="en-US"/>
              <a:t>SAMPLE FOOTER TEXT</a:t>
            </a:r>
          </a:p>
        </p:txBody>
      </p:sp>
      <p:sp>
        <p:nvSpPr>
          <p:cNvPr id="4" name="Content Placeholder 3">
            <a:extLst>
              <a:ext uri="{FF2B5EF4-FFF2-40B4-BE49-F238E27FC236}">
                <a16:creationId xmlns:a16="http://schemas.microsoft.com/office/drawing/2014/main" id="{78E76031-8AF8-B309-4CFC-5113258500C7}"/>
              </a:ext>
            </a:extLst>
          </p:cNvPr>
          <p:cNvSpPr>
            <a:spLocks noGrp="1"/>
          </p:cNvSpPr>
          <p:nvPr>
            <p:ph type="body" sz="quarter" idx="17"/>
          </p:nvPr>
        </p:nvSpPr>
        <p:spPr>
          <a:xfrm>
            <a:off x="1207009" y="2164054"/>
            <a:ext cx="4571996" cy="3034799"/>
          </a:xfrm>
        </p:spPr>
        <p:txBody>
          <a:bodyPr anchor="b">
            <a:noAutofit/>
          </a:bodyPr>
          <a:lstStyle/>
          <a:p>
            <a:pPr>
              <a:lnSpc>
                <a:spcPct val="90000"/>
              </a:lnSpc>
            </a:pPr>
            <a:r>
              <a:rPr lang="en-SG" dirty="0"/>
              <a:t>Data is collected through sensors that is placed in a controlled environment. The controlled environment is meant to simulate work conditions in a dangerous environment such has a chemical or nuclear powerplants. The following features of the data are Temperature, Humidity and Air Quality.</a:t>
            </a:r>
          </a:p>
        </p:txBody>
      </p:sp>
      <p:pic>
        <p:nvPicPr>
          <p:cNvPr id="8" name="Picture 7" descr="Digital financial graph">
            <a:extLst>
              <a:ext uri="{FF2B5EF4-FFF2-40B4-BE49-F238E27FC236}">
                <a16:creationId xmlns:a16="http://schemas.microsoft.com/office/drawing/2014/main" id="{B9271B64-D501-9092-B000-742F71AFF1C0}"/>
              </a:ext>
            </a:extLst>
          </p:cNvPr>
          <p:cNvPicPr>
            <a:picLocks noChangeAspect="1"/>
          </p:cNvPicPr>
          <p:nvPr/>
        </p:nvPicPr>
        <p:blipFill>
          <a:blip r:embed="rId3"/>
          <a:srcRect l="33068" r="17783" b="1"/>
          <a:stretch>
            <a:fillRect/>
          </a:stretch>
        </p:blipFill>
        <p:spPr>
          <a:xfrm>
            <a:off x="6099048" y="402336"/>
            <a:ext cx="5289176" cy="6053328"/>
          </a:xfrm>
          <a:prstGeom prst="rect">
            <a:avLst/>
          </a:prstGeom>
          <a:noFill/>
        </p:spPr>
      </p:pic>
      <p:sp>
        <p:nvSpPr>
          <p:cNvPr id="5" name="Date Placeholder 4">
            <a:extLst>
              <a:ext uri="{FF2B5EF4-FFF2-40B4-BE49-F238E27FC236}">
                <a16:creationId xmlns:a16="http://schemas.microsoft.com/office/drawing/2014/main" id="{845735E7-7169-251C-57A1-2C2426BA9C8D}"/>
              </a:ext>
            </a:extLst>
          </p:cNvPr>
          <p:cNvSpPr>
            <a:spLocks noGrp="1"/>
          </p:cNvSpPr>
          <p:nvPr>
            <p:ph type="dt" sz="half" idx="14"/>
          </p:nvPr>
        </p:nvSpPr>
        <p:spPr>
          <a:xfrm rot="5400000">
            <a:off x="10040831" y="4206240"/>
            <a:ext cx="3494314" cy="365125"/>
          </a:xfrm>
        </p:spPr>
        <p:txBody>
          <a:bodyPr anchor="ctr">
            <a:normAutofit/>
          </a:bodyPr>
          <a:lstStyle/>
          <a:p>
            <a:pPr>
              <a:spcAft>
                <a:spcPts val="600"/>
              </a:spcAft>
            </a:pPr>
            <a:fld id="{927C0DEB-4AE1-EA4D-826D-E3C22802B942}" type="datetime1">
              <a:rPr lang="en-US" smtClean="0"/>
              <a:pPr>
                <a:spcAft>
                  <a:spcPts val="600"/>
                </a:spcAft>
              </a:pPr>
              <a:t>8/7/2026</a:t>
            </a:fld>
            <a:endParaRPr lang="en-US"/>
          </a:p>
        </p:txBody>
      </p:sp>
      <p:sp>
        <p:nvSpPr>
          <p:cNvPr id="6" name="Slide Number Placeholder 5">
            <a:extLst>
              <a:ext uri="{FF2B5EF4-FFF2-40B4-BE49-F238E27FC236}">
                <a16:creationId xmlns:a16="http://schemas.microsoft.com/office/drawing/2014/main" id="{F1E7D478-0849-3FE2-631B-D5A7012777CC}"/>
              </a:ext>
            </a:extLst>
          </p:cNvPr>
          <p:cNvSpPr>
            <a:spLocks noGrp="1"/>
          </p:cNvSpPr>
          <p:nvPr>
            <p:ph type="sldNum" sz="quarter" idx="16"/>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6</a:t>
            </a:fld>
            <a:endParaRPr lang="en-US"/>
          </a:p>
        </p:txBody>
      </p:sp>
    </p:spTree>
    <p:extLst>
      <p:ext uri="{BB962C8B-B14F-4D97-AF65-F5344CB8AC3E}">
        <p14:creationId xmlns:p14="http://schemas.microsoft.com/office/powerpoint/2010/main" val="1684626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370BE-8DE3-A822-3581-32C470E6A7C5}"/>
              </a:ext>
            </a:extLst>
          </p:cNvPr>
          <p:cNvSpPr>
            <a:spLocks noGrp="1"/>
          </p:cNvSpPr>
          <p:nvPr>
            <p:ph type="ctrTitle"/>
          </p:nvPr>
        </p:nvSpPr>
        <p:spPr>
          <a:xfrm>
            <a:off x="3525329" y="1463040"/>
            <a:ext cx="5135592" cy="3931920"/>
          </a:xfrm>
        </p:spPr>
        <p:txBody>
          <a:bodyPr/>
          <a:lstStyle/>
          <a:p>
            <a:r>
              <a:rPr lang="en-US" dirty="0"/>
              <a:t>SYSTEM ARCHITECTURE</a:t>
            </a:r>
            <a:endParaRPr lang="en-SG" dirty="0"/>
          </a:p>
        </p:txBody>
      </p:sp>
      <p:sp>
        <p:nvSpPr>
          <p:cNvPr id="3" name="Footer Placeholder 2">
            <a:extLst>
              <a:ext uri="{FF2B5EF4-FFF2-40B4-BE49-F238E27FC236}">
                <a16:creationId xmlns:a16="http://schemas.microsoft.com/office/drawing/2014/main" id="{73069D14-BAC5-3AD0-19AE-5205566A5BF9}"/>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7FF7D1A3-9AE2-A2B4-0F26-15EEA9A91F03}"/>
              </a:ext>
            </a:extLst>
          </p:cNvPr>
          <p:cNvSpPr>
            <a:spLocks noGrp="1"/>
          </p:cNvSpPr>
          <p:nvPr>
            <p:ph type="dt" sz="half" idx="10"/>
          </p:nvPr>
        </p:nvSpPr>
        <p:spPr/>
        <p:txBody>
          <a:bodyPr/>
          <a:lstStyle/>
          <a:p>
            <a:fld id="{53D1C53B-D534-AA48-85B3-4F5B03DDCBA8}" type="datetime1">
              <a:rPr lang="en-US" smtClean="0"/>
              <a:t>8/7/2026</a:t>
            </a:fld>
            <a:endParaRPr lang="en-US" dirty="0"/>
          </a:p>
        </p:txBody>
      </p:sp>
      <p:sp>
        <p:nvSpPr>
          <p:cNvPr id="5" name="Slide Number Placeholder 4">
            <a:extLst>
              <a:ext uri="{FF2B5EF4-FFF2-40B4-BE49-F238E27FC236}">
                <a16:creationId xmlns:a16="http://schemas.microsoft.com/office/drawing/2014/main" id="{31C00A42-6809-D208-69EF-84DEF6850371}"/>
              </a:ext>
            </a:extLst>
          </p:cNvPr>
          <p:cNvSpPr>
            <a:spLocks noGrp="1"/>
          </p:cNvSpPr>
          <p:nvPr>
            <p:ph type="sldNum" sz="quarter" idx="12"/>
          </p:nvPr>
        </p:nvSpPr>
        <p:spPr/>
        <p:txBody>
          <a:bodyPr/>
          <a:lstStyle/>
          <a:p>
            <a:fld id="{CC057153-B650-4DEB-B370-79DDCFDCE934}" type="slidenum">
              <a:rPr lang="en-US" smtClean="0"/>
              <a:pPr/>
              <a:t>7</a:t>
            </a:fld>
            <a:endParaRPr lang="en-US" dirty="0"/>
          </a:p>
        </p:txBody>
      </p:sp>
    </p:spTree>
    <p:extLst>
      <p:ext uri="{BB962C8B-B14F-4D97-AF65-F5344CB8AC3E}">
        <p14:creationId xmlns:p14="http://schemas.microsoft.com/office/powerpoint/2010/main" val="123989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4A24B-A787-5443-C639-97DBBA59FD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4BDE2F-EF30-1E71-B29C-168161ABE53C}"/>
              </a:ext>
            </a:extLst>
          </p:cNvPr>
          <p:cNvSpPr>
            <a:spLocks noGrp="1"/>
          </p:cNvSpPr>
          <p:nvPr>
            <p:ph type="title"/>
          </p:nvPr>
        </p:nvSpPr>
        <p:spPr/>
        <p:txBody>
          <a:bodyPr/>
          <a:lstStyle/>
          <a:p>
            <a:r>
              <a:rPr lang="en-SG" dirty="0"/>
              <a:t>Diagram</a:t>
            </a:r>
          </a:p>
        </p:txBody>
      </p:sp>
      <p:sp>
        <p:nvSpPr>
          <p:cNvPr id="3" name="Footer Placeholder 2">
            <a:extLst>
              <a:ext uri="{FF2B5EF4-FFF2-40B4-BE49-F238E27FC236}">
                <a16:creationId xmlns:a16="http://schemas.microsoft.com/office/drawing/2014/main" id="{7EACCE7B-2684-148E-BB6E-33DA03210D84}"/>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EDD1A501-7E82-3D8C-AB0A-B3B0E72B9A3C}"/>
              </a:ext>
            </a:extLst>
          </p:cNvPr>
          <p:cNvSpPr>
            <a:spLocks noGrp="1"/>
          </p:cNvSpPr>
          <p:nvPr>
            <p:ph type="dt" sz="half" idx="10"/>
          </p:nvPr>
        </p:nvSpPr>
        <p:spPr/>
        <p:txBody>
          <a:bodyPr/>
          <a:lstStyle/>
          <a:p>
            <a:fld id="{927C0DEB-4AE1-EA4D-826D-E3C22802B942}" type="datetime1">
              <a:rPr lang="en-US" smtClean="0"/>
              <a:t>8/7/2026</a:t>
            </a:fld>
            <a:endParaRPr lang="en-US" dirty="0"/>
          </a:p>
        </p:txBody>
      </p:sp>
      <p:sp>
        <p:nvSpPr>
          <p:cNvPr id="6" name="Slide Number Placeholder 5">
            <a:extLst>
              <a:ext uri="{FF2B5EF4-FFF2-40B4-BE49-F238E27FC236}">
                <a16:creationId xmlns:a16="http://schemas.microsoft.com/office/drawing/2014/main" id="{6CFB3B95-33D1-EDB4-AD85-91D9821199BB}"/>
              </a:ext>
            </a:extLst>
          </p:cNvPr>
          <p:cNvSpPr>
            <a:spLocks noGrp="1"/>
          </p:cNvSpPr>
          <p:nvPr>
            <p:ph type="sldNum" sz="quarter" idx="12"/>
          </p:nvPr>
        </p:nvSpPr>
        <p:spPr/>
        <p:txBody>
          <a:bodyPr/>
          <a:lstStyle/>
          <a:p>
            <a:fld id="{CC057153-B650-4DEB-B370-79DDCFDCE934}" type="slidenum">
              <a:rPr lang="en-US" smtClean="0"/>
              <a:pPr/>
              <a:t>8</a:t>
            </a:fld>
            <a:endParaRPr lang="en-US" dirty="0"/>
          </a:p>
        </p:txBody>
      </p:sp>
      <p:sp>
        <p:nvSpPr>
          <p:cNvPr id="7" name="Rectangle 6">
            <a:extLst>
              <a:ext uri="{FF2B5EF4-FFF2-40B4-BE49-F238E27FC236}">
                <a16:creationId xmlns:a16="http://schemas.microsoft.com/office/drawing/2014/main" id="{C49624F9-6982-B0C4-38E1-4DF939FAC8AC}"/>
              </a:ext>
            </a:extLst>
          </p:cNvPr>
          <p:cNvSpPr/>
          <p:nvPr/>
        </p:nvSpPr>
        <p:spPr>
          <a:xfrm>
            <a:off x="1066800" y="1736785"/>
            <a:ext cx="2007080" cy="9719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SG" b="1" dirty="0"/>
              <a:t>IoT Sensors</a:t>
            </a:r>
          </a:p>
        </p:txBody>
      </p:sp>
      <p:sp>
        <p:nvSpPr>
          <p:cNvPr id="9" name="Rectangle 8">
            <a:extLst>
              <a:ext uri="{FF2B5EF4-FFF2-40B4-BE49-F238E27FC236}">
                <a16:creationId xmlns:a16="http://schemas.microsoft.com/office/drawing/2014/main" id="{CFC3B6A0-E473-03E1-ECE2-795F3E7548F0}"/>
              </a:ext>
            </a:extLst>
          </p:cNvPr>
          <p:cNvSpPr/>
          <p:nvPr/>
        </p:nvSpPr>
        <p:spPr>
          <a:xfrm>
            <a:off x="4317452" y="1736785"/>
            <a:ext cx="2007080" cy="9719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SG" b="1" dirty="0"/>
              <a:t>Data Ingestion</a:t>
            </a:r>
          </a:p>
        </p:txBody>
      </p:sp>
      <p:sp>
        <p:nvSpPr>
          <p:cNvPr id="11" name="Rectangle 10">
            <a:extLst>
              <a:ext uri="{FF2B5EF4-FFF2-40B4-BE49-F238E27FC236}">
                <a16:creationId xmlns:a16="http://schemas.microsoft.com/office/drawing/2014/main" id="{B9E4D4B0-BE1C-030E-B0D2-192719231248}"/>
              </a:ext>
            </a:extLst>
          </p:cNvPr>
          <p:cNvSpPr/>
          <p:nvPr/>
        </p:nvSpPr>
        <p:spPr>
          <a:xfrm>
            <a:off x="7529089" y="1736785"/>
            <a:ext cx="2007080" cy="9719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SG" b="1" dirty="0"/>
              <a:t>Database</a:t>
            </a:r>
          </a:p>
        </p:txBody>
      </p:sp>
      <p:sp>
        <p:nvSpPr>
          <p:cNvPr id="13" name="Rectangle 12">
            <a:extLst>
              <a:ext uri="{FF2B5EF4-FFF2-40B4-BE49-F238E27FC236}">
                <a16:creationId xmlns:a16="http://schemas.microsoft.com/office/drawing/2014/main" id="{D44F0444-B1A7-0403-96E1-13A8F5C1EC4D}"/>
              </a:ext>
            </a:extLst>
          </p:cNvPr>
          <p:cNvSpPr/>
          <p:nvPr/>
        </p:nvSpPr>
        <p:spPr>
          <a:xfrm>
            <a:off x="7529089" y="3274249"/>
            <a:ext cx="2007080" cy="9719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SG" b="1" dirty="0"/>
              <a:t>Backend API</a:t>
            </a:r>
          </a:p>
        </p:txBody>
      </p:sp>
      <p:sp>
        <p:nvSpPr>
          <p:cNvPr id="15" name="Rectangle 14">
            <a:extLst>
              <a:ext uri="{FF2B5EF4-FFF2-40B4-BE49-F238E27FC236}">
                <a16:creationId xmlns:a16="http://schemas.microsoft.com/office/drawing/2014/main" id="{57DE8DC9-11C5-303A-41EB-9DF7D09F57AB}"/>
              </a:ext>
            </a:extLst>
          </p:cNvPr>
          <p:cNvSpPr/>
          <p:nvPr/>
        </p:nvSpPr>
        <p:spPr>
          <a:xfrm>
            <a:off x="4329033" y="3274249"/>
            <a:ext cx="2007080" cy="9719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SG" b="1" dirty="0"/>
              <a:t>MACHINE LEARNING</a:t>
            </a:r>
          </a:p>
        </p:txBody>
      </p:sp>
      <p:sp>
        <p:nvSpPr>
          <p:cNvPr id="17" name="Rectangle 16">
            <a:extLst>
              <a:ext uri="{FF2B5EF4-FFF2-40B4-BE49-F238E27FC236}">
                <a16:creationId xmlns:a16="http://schemas.microsoft.com/office/drawing/2014/main" id="{37083AA4-F232-F3BF-862F-4B730881E4AD}"/>
              </a:ext>
            </a:extLst>
          </p:cNvPr>
          <p:cNvSpPr/>
          <p:nvPr/>
        </p:nvSpPr>
        <p:spPr>
          <a:xfrm>
            <a:off x="1043638" y="3274249"/>
            <a:ext cx="2007080" cy="9719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SG" b="1" dirty="0"/>
              <a:t>Prediction</a:t>
            </a:r>
          </a:p>
        </p:txBody>
      </p:sp>
      <p:sp>
        <p:nvSpPr>
          <p:cNvPr id="19" name="Rectangle 18">
            <a:extLst>
              <a:ext uri="{FF2B5EF4-FFF2-40B4-BE49-F238E27FC236}">
                <a16:creationId xmlns:a16="http://schemas.microsoft.com/office/drawing/2014/main" id="{82CCFD25-8EE3-FEE1-4035-D3DE5F08BEBB}"/>
              </a:ext>
            </a:extLst>
          </p:cNvPr>
          <p:cNvSpPr/>
          <p:nvPr/>
        </p:nvSpPr>
        <p:spPr>
          <a:xfrm>
            <a:off x="1043638" y="5029116"/>
            <a:ext cx="2007080" cy="9719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SG" b="1" dirty="0"/>
              <a:t>Notification</a:t>
            </a:r>
          </a:p>
        </p:txBody>
      </p:sp>
      <p:sp>
        <p:nvSpPr>
          <p:cNvPr id="21" name="Rectangle 20">
            <a:extLst>
              <a:ext uri="{FF2B5EF4-FFF2-40B4-BE49-F238E27FC236}">
                <a16:creationId xmlns:a16="http://schemas.microsoft.com/office/drawing/2014/main" id="{AFC60817-335B-FB4E-DB77-7D0AA77F5DC1}"/>
              </a:ext>
            </a:extLst>
          </p:cNvPr>
          <p:cNvSpPr/>
          <p:nvPr/>
        </p:nvSpPr>
        <p:spPr>
          <a:xfrm>
            <a:off x="4329033" y="5029116"/>
            <a:ext cx="2007080" cy="9719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SG" b="1" dirty="0"/>
              <a:t>Telegram Bot</a:t>
            </a:r>
          </a:p>
        </p:txBody>
      </p:sp>
      <p:cxnSp>
        <p:nvCxnSpPr>
          <p:cNvPr id="23" name="Straight Arrow Connector 22">
            <a:extLst>
              <a:ext uri="{FF2B5EF4-FFF2-40B4-BE49-F238E27FC236}">
                <a16:creationId xmlns:a16="http://schemas.microsoft.com/office/drawing/2014/main" id="{1E18CB8C-27B7-999F-0D60-9C0CB9D43C61}"/>
              </a:ext>
            </a:extLst>
          </p:cNvPr>
          <p:cNvCxnSpPr>
            <a:stCxn id="7" idx="3"/>
            <a:endCxn id="9" idx="1"/>
          </p:cNvCxnSpPr>
          <p:nvPr/>
        </p:nvCxnSpPr>
        <p:spPr>
          <a:xfrm>
            <a:off x="3073880" y="2222740"/>
            <a:ext cx="1243572"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Straight Arrow Connector 24">
            <a:extLst>
              <a:ext uri="{FF2B5EF4-FFF2-40B4-BE49-F238E27FC236}">
                <a16:creationId xmlns:a16="http://schemas.microsoft.com/office/drawing/2014/main" id="{C8605026-19AE-2552-B82E-278DBC7642BB}"/>
              </a:ext>
            </a:extLst>
          </p:cNvPr>
          <p:cNvCxnSpPr>
            <a:cxnSpLocks/>
            <a:stCxn id="9" idx="3"/>
            <a:endCxn id="11" idx="1"/>
          </p:cNvCxnSpPr>
          <p:nvPr/>
        </p:nvCxnSpPr>
        <p:spPr>
          <a:xfrm>
            <a:off x="6324532" y="2222740"/>
            <a:ext cx="1204557"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9" name="Straight Arrow Connector 28">
            <a:extLst>
              <a:ext uri="{FF2B5EF4-FFF2-40B4-BE49-F238E27FC236}">
                <a16:creationId xmlns:a16="http://schemas.microsoft.com/office/drawing/2014/main" id="{9FB595AA-95C4-8DD5-6CAB-64CC4EF25F7E}"/>
              </a:ext>
            </a:extLst>
          </p:cNvPr>
          <p:cNvCxnSpPr>
            <a:stCxn id="11" idx="2"/>
            <a:endCxn id="13" idx="0"/>
          </p:cNvCxnSpPr>
          <p:nvPr/>
        </p:nvCxnSpPr>
        <p:spPr>
          <a:xfrm>
            <a:off x="8532629" y="2708695"/>
            <a:ext cx="0" cy="565554"/>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2" name="Straight Arrow Connector 31">
            <a:extLst>
              <a:ext uri="{FF2B5EF4-FFF2-40B4-BE49-F238E27FC236}">
                <a16:creationId xmlns:a16="http://schemas.microsoft.com/office/drawing/2014/main" id="{A769D896-C4CE-B2AF-5303-59C4706AAF52}"/>
              </a:ext>
            </a:extLst>
          </p:cNvPr>
          <p:cNvCxnSpPr>
            <a:stCxn id="13" idx="1"/>
            <a:endCxn id="15" idx="3"/>
          </p:cNvCxnSpPr>
          <p:nvPr/>
        </p:nvCxnSpPr>
        <p:spPr>
          <a:xfrm flipH="1">
            <a:off x="6336113" y="3760204"/>
            <a:ext cx="1192976"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Straight Arrow Connector 33">
            <a:extLst>
              <a:ext uri="{FF2B5EF4-FFF2-40B4-BE49-F238E27FC236}">
                <a16:creationId xmlns:a16="http://schemas.microsoft.com/office/drawing/2014/main" id="{82CCA0C9-4E67-06C8-5F06-97A1EBA73AF7}"/>
              </a:ext>
            </a:extLst>
          </p:cNvPr>
          <p:cNvCxnSpPr>
            <a:stCxn id="15" idx="1"/>
            <a:endCxn id="17" idx="3"/>
          </p:cNvCxnSpPr>
          <p:nvPr/>
        </p:nvCxnSpPr>
        <p:spPr>
          <a:xfrm flipH="1">
            <a:off x="3050718" y="3760204"/>
            <a:ext cx="1278315"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Straight Arrow Connector 35">
            <a:extLst>
              <a:ext uri="{FF2B5EF4-FFF2-40B4-BE49-F238E27FC236}">
                <a16:creationId xmlns:a16="http://schemas.microsoft.com/office/drawing/2014/main" id="{B7C09E6D-8179-6929-B8C7-3B8DF8919F1F}"/>
              </a:ext>
            </a:extLst>
          </p:cNvPr>
          <p:cNvCxnSpPr>
            <a:stCxn id="17" idx="2"/>
            <a:endCxn id="19" idx="0"/>
          </p:cNvCxnSpPr>
          <p:nvPr/>
        </p:nvCxnSpPr>
        <p:spPr>
          <a:xfrm>
            <a:off x="2047178" y="4246159"/>
            <a:ext cx="0" cy="782957"/>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Straight Arrow Connector 40">
            <a:extLst>
              <a:ext uri="{FF2B5EF4-FFF2-40B4-BE49-F238E27FC236}">
                <a16:creationId xmlns:a16="http://schemas.microsoft.com/office/drawing/2014/main" id="{C860D47B-8950-6405-088D-8C47A9B4BA89}"/>
              </a:ext>
            </a:extLst>
          </p:cNvPr>
          <p:cNvCxnSpPr>
            <a:stCxn id="19" idx="3"/>
            <a:endCxn id="21" idx="1"/>
          </p:cNvCxnSpPr>
          <p:nvPr/>
        </p:nvCxnSpPr>
        <p:spPr>
          <a:xfrm>
            <a:off x="3050718" y="5515071"/>
            <a:ext cx="1278315"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Rectangle 7">
            <a:extLst>
              <a:ext uri="{FF2B5EF4-FFF2-40B4-BE49-F238E27FC236}">
                <a16:creationId xmlns:a16="http://schemas.microsoft.com/office/drawing/2014/main" id="{FF7827A5-7D57-8FF6-F4F0-A50EEA2ADA8F}"/>
              </a:ext>
            </a:extLst>
          </p:cNvPr>
          <p:cNvSpPr/>
          <p:nvPr/>
        </p:nvSpPr>
        <p:spPr>
          <a:xfrm>
            <a:off x="7591265" y="5029116"/>
            <a:ext cx="2007080" cy="9719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SG" b="1" dirty="0"/>
              <a:t>FRONTEND DASHBOARD</a:t>
            </a:r>
          </a:p>
        </p:txBody>
      </p:sp>
      <p:cxnSp>
        <p:nvCxnSpPr>
          <p:cNvPr id="12" name="Straight Arrow Connector 11">
            <a:extLst>
              <a:ext uri="{FF2B5EF4-FFF2-40B4-BE49-F238E27FC236}">
                <a16:creationId xmlns:a16="http://schemas.microsoft.com/office/drawing/2014/main" id="{AD051656-A33A-2CF1-E4EB-1BD7EDEF2466}"/>
              </a:ext>
            </a:extLst>
          </p:cNvPr>
          <p:cNvCxnSpPr>
            <a:stCxn id="21" idx="3"/>
            <a:endCxn id="8" idx="1"/>
          </p:cNvCxnSpPr>
          <p:nvPr/>
        </p:nvCxnSpPr>
        <p:spPr>
          <a:xfrm>
            <a:off x="6336113" y="5515071"/>
            <a:ext cx="1255152" cy="0"/>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648405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92F94-A031-7A6A-2DA7-E2A321F1B516}"/>
              </a:ext>
            </a:extLst>
          </p:cNvPr>
          <p:cNvSpPr>
            <a:spLocks noGrp="1"/>
          </p:cNvSpPr>
          <p:nvPr>
            <p:ph type="title"/>
          </p:nvPr>
        </p:nvSpPr>
        <p:spPr>
          <a:xfrm>
            <a:off x="1206418" y="782840"/>
            <a:ext cx="4572587" cy="1380739"/>
          </a:xfrm>
        </p:spPr>
        <p:txBody>
          <a:bodyPr>
            <a:normAutofit fontScale="90000"/>
          </a:bodyPr>
          <a:lstStyle/>
          <a:p>
            <a:r>
              <a:rPr lang="en-SG" dirty="0"/>
              <a:t>Sensor architecture</a:t>
            </a:r>
          </a:p>
        </p:txBody>
      </p:sp>
      <p:sp>
        <p:nvSpPr>
          <p:cNvPr id="3" name="Footer Placeholder 2">
            <a:extLst>
              <a:ext uri="{FF2B5EF4-FFF2-40B4-BE49-F238E27FC236}">
                <a16:creationId xmlns:a16="http://schemas.microsoft.com/office/drawing/2014/main" id="{AF027D43-FE4B-0127-CE01-548B26383EAD}"/>
              </a:ext>
            </a:extLst>
          </p:cNvPr>
          <p:cNvSpPr>
            <a:spLocks noGrp="1"/>
          </p:cNvSpPr>
          <p:nvPr>
            <p:ph type="ftr" sz="quarter" idx="15"/>
          </p:nvPr>
        </p:nvSpPr>
        <p:spPr/>
        <p:txBody>
          <a:bodyPr/>
          <a:lstStyle/>
          <a:p>
            <a:r>
              <a:rPr lang="en-US"/>
              <a:t>SAMPLE FOOTER TEXT</a:t>
            </a:r>
            <a:endParaRPr lang="en-US" dirty="0"/>
          </a:p>
        </p:txBody>
      </p:sp>
      <p:sp>
        <p:nvSpPr>
          <p:cNvPr id="4" name="Text Placeholder 3">
            <a:extLst>
              <a:ext uri="{FF2B5EF4-FFF2-40B4-BE49-F238E27FC236}">
                <a16:creationId xmlns:a16="http://schemas.microsoft.com/office/drawing/2014/main" id="{98FF6066-94BD-B347-99D0-64F42C6E0C70}"/>
              </a:ext>
            </a:extLst>
          </p:cNvPr>
          <p:cNvSpPr>
            <a:spLocks noGrp="1"/>
          </p:cNvSpPr>
          <p:nvPr>
            <p:ph type="body" sz="quarter" idx="17"/>
          </p:nvPr>
        </p:nvSpPr>
        <p:spPr>
          <a:xfrm>
            <a:off x="1207008" y="2725947"/>
            <a:ext cx="4571996" cy="3318231"/>
          </a:xfrm>
        </p:spPr>
        <p:txBody>
          <a:bodyPr>
            <a:normAutofit fontScale="92500" lnSpcReduction="10000"/>
          </a:bodyPr>
          <a:lstStyle/>
          <a:p>
            <a:r>
              <a:rPr lang="en-SG" dirty="0"/>
              <a:t>The Sensor Architecture is responsible for simulating IoT sensors by continuously reading environmental data from the CSV dataset. It loops through the existing dataset and sends one record at a time to the Data Ingestion Service through REST API requests. This simulates a real-time data stream, allowing the rest of the system to process, analyse, and display sensor data as if it were coming from actual IoT devices. </a:t>
            </a:r>
          </a:p>
        </p:txBody>
      </p:sp>
      <p:sp>
        <p:nvSpPr>
          <p:cNvPr id="6" name="Date Placeholder 5">
            <a:extLst>
              <a:ext uri="{FF2B5EF4-FFF2-40B4-BE49-F238E27FC236}">
                <a16:creationId xmlns:a16="http://schemas.microsoft.com/office/drawing/2014/main" id="{0F9608B7-7213-E5DC-199D-C01D6AAC2CB0}"/>
              </a:ext>
            </a:extLst>
          </p:cNvPr>
          <p:cNvSpPr>
            <a:spLocks noGrp="1"/>
          </p:cNvSpPr>
          <p:nvPr>
            <p:ph type="dt" sz="half" idx="14"/>
          </p:nvPr>
        </p:nvSpPr>
        <p:spPr/>
        <p:txBody>
          <a:bodyPr/>
          <a:lstStyle/>
          <a:p>
            <a:fld id="{763C345D-F56F-0743-AB88-4EB3E35EF63D}" type="datetime1">
              <a:rPr lang="en-US" smtClean="0"/>
              <a:t>8/7/2026</a:t>
            </a:fld>
            <a:endParaRPr lang="en-US" dirty="0"/>
          </a:p>
        </p:txBody>
      </p:sp>
      <p:sp>
        <p:nvSpPr>
          <p:cNvPr id="7" name="Slide Number Placeholder 6">
            <a:extLst>
              <a:ext uri="{FF2B5EF4-FFF2-40B4-BE49-F238E27FC236}">
                <a16:creationId xmlns:a16="http://schemas.microsoft.com/office/drawing/2014/main" id="{B8A93E28-69FA-89D6-D91D-0DBA1013A5FC}"/>
              </a:ext>
            </a:extLst>
          </p:cNvPr>
          <p:cNvSpPr>
            <a:spLocks noGrp="1"/>
          </p:cNvSpPr>
          <p:nvPr>
            <p:ph type="sldNum" sz="quarter" idx="16"/>
          </p:nvPr>
        </p:nvSpPr>
        <p:spPr/>
        <p:txBody>
          <a:bodyPr/>
          <a:lstStyle/>
          <a:p>
            <a:fld id="{CC057153-B650-4DEB-B370-79DDCFDCE934}" type="slidenum">
              <a:rPr lang="en-US" smtClean="0"/>
              <a:pPr/>
              <a:t>9</a:t>
            </a:fld>
            <a:endParaRPr lang="en-US" dirty="0"/>
          </a:p>
        </p:txBody>
      </p:sp>
      <p:pic>
        <p:nvPicPr>
          <p:cNvPr id="17" name="Picture Placeholder 16">
            <a:extLst>
              <a:ext uri="{FF2B5EF4-FFF2-40B4-BE49-F238E27FC236}">
                <a16:creationId xmlns:a16="http://schemas.microsoft.com/office/drawing/2014/main" id="{9AD42681-2962-4758-F485-CA9ABF084A6C}"/>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879" r="20879"/>
          <a:stretch>
            <a:fillRect/>
          </a:stretch>
        </p:blipFill>
        <p:spPr/>
      </p:pic>
      <p:sp>
        <p:nvSpPr>
          <p:cNvPr id="18" name="TextBox 17">
            <a:extLst>
              <a:ext uri="{FF2B5EF4-FFF2-40B4-BE49-F238E27FC236}">
                <a16:creationId xmlns:a16="http://schemas.microsoft.com/office/drawing/2014/main" id="{8BDD0478-4BE9-D354-71C6-AD2BD2FF0714}"/>
              </a:ext>
            </a:extLst>
          </p:cNvPr>
          <p:cNvSpPr txBox="1"/>
          <p:nvPr/>
        </p:nvSpPr>
        <p:spPr>
          <a:xfrm>
            <a:off x="6099048" y="6455664"/>
            <a:ext cx="5289176" cy="230832"/>
          </a:xfrm>
          <a:prstGeom prst="rect">
            <a:avLst/>
          </a:prstGeom>
          <a:noFill/>
        </p:spPr>
        <p:txBody>
          <a:bodyPr wrap="square" rtlCol="0">
            <a:spAutoFit/>
          </a:bodyPr>
          <a:lstStyle/>
          <a:p>
            <a:r>
              <a:rPr lang="en-SG" sz="900">
                <a:hlinkClick r:id="rId3" tooltip="https://iabac.org/blog/the-future-of-data-analytics-and-emerging-trends"/>
              </a:rPr>
              <a:t>This Photo</a:t>
            </a:r>
            <a:r>
              <a:rPr lang="en-SG" sz="900"/>
              <a:t> by Unknown Author is licensed under </a:t>
            </a:r>
            <a:r>
              <a:rPr lang="en-SG" sz="900">
                <a:hlinkClick r:id="rId4" tooltip="https://creativecommons.org/licenses/by-sa/3.0/"/>
              </a:rPr>
              <a:t>CC BY-SA</a:t>
            </a:r>
            <a:endParaRPr lang="en-SG" sz="900"/>
          </a:p>
        </p:txBody>
      </p:sp>
    </p:spTree>
    <p:extLst>
      <p:ext uri="{BB962C8B-B14F-4D97-AF65-F5344CB8AC3E}">
        <p14:creationId xmlns:p14="http://schemas.microsoft.com/office/powerpoint/2010/main" val="3013077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9B7DC-47D6-72B9-D0FB-E9ABB6029E8D}"/>
              </a:ext>
            </a:extLst>
          </p:cNvPr>
          <p:cNvSpPr>
            <a:spLocks noGrp="1"/>
          </p:cNvSpPr>
          <p:nvPr>
            <p:ph type="title"/>
          </p:nvPr>
        </p:nvSpPr>
        <p:spPr>
          <a:xfrm>
            <a:off x="1206418" y="782840"/>
            <a:ext cx="4572587" cy="833175"/>
          </a:xfrm>
        </p:spPr>
        <p:txBody>
          <a:bodyPr>
            <a:normAutofit fontScale="90000"/>
          </a:bodyPr>
          <a:lstStyle/>
          <a:p>
            <a:r>
              <a:rPr lang="en-SG" dirty="0"/>
              <a:t>DATA INGESTION</a:t>
            </a:r>
          </a:p>
        </p:txBody>
      </p:sp>
      <p:sp>
        <p:nvSpPr>
          <p:cNvPr id="3" name="Footer Placeholder 2">
            <a:extLst>
              <a:ext uri="{FF2B5EF4-FFF2-40B4-BE49-F238E27FC236}">
                <a16:creationId xmlns:a16="http://schemas.microsoft.com/office/drawing/2014/main" id="{8D5AA647-70A1-69B6-F7FC-A2082516C2A3}"/>
              </a:ext>
            </a:extLst>
          </p:cNvPr>
          <p:cNvSpPr>
            <a:spLocks noGrp="1"/>
          </p:cNvSpPr>
          <p:nvPr>
            <p:ph type="ftr" sz="quarter" idx="15"/>
          </p:nvPr>
        </p:nvSpPr>
        <p:spPr/>
        <p:txBody>
          <a:bodyPr/>
          <a:lstStyle/>
          <a:p>
            <a:r>
              <a:rPr lang="en-US"/>
              <a:t>SAMPLE FOOTER TEXT</a:t>
            </a:r>
            <a:endParaRPr lang="en-US" dirty="0"/>
          </a:p>
        </p:txBody>
      </p:sp>
      <p:sp>
        <p:nvSpPr>
          <p:cNvPr id="4" name="Text Placeholder 3">
            <a:extLst>
              <a:ext uri="{FF2B5EF4-FFF2-40B4-BE49-F238E27FC236}">
                <a16:creationId xmlns:a16="http://schemas.microsoft.com/office/drawing/2014/main" id="{99687C84-25D8-A7DE-7A00-FE25E577BA8B}"/>
              </a:ext>
            </a:extLst>
          </p:cNvPr>
          <p:cNvSpPr>
            <a:spLocks noGrp="1"/>
          </p:cNvSpPr>
          <p:nvPr>
            <p:ph type="body" sz="quarter" idx="17"/>
          </p:nvPr>
        </p:nvSpPr>
        <p:spPr>
          <a:xfrm>
            <a:off x="1206418" y="1823049"/>
            <a:ext cx="4571996" cy="4106174"/>
          </a:xfrm>
        </p:spPr>
        <p:txBody>
          <a:bodyPr>
            <a:normAutofit/>
          </a:bodyPr>
          <a:lstStyle/>
          <a:p>
            <a:r>
              <a:rPr lang="en-SG" dirty="0"/>
              <a:t>The Data Ingestion Service collects real-time sensor data, such as temperature, humidity, CO₂, and air quality, from IoT sensors. It validates the data, stores it in the database, and sends it to the Machine Learning Service for analysis. Separating this function into its own microservice makes the system easier to scale, maintain, and expand.</a:t>
            </a:r>
          </a:p>
          <a:p>
            <a:endParaRPr lang="en-SG" dirty="0"/>
          </a:p>
        </p:txBody>
      </p:sp>
      <p:pic>
        <p:nvPicPr>
          <p:cNvPr id="9" name="Picture Placeholder 8">
            <a:extLst>
              <a:ext uri="{FF2B5EF4-FFF2-40B4-BE49-F238E27FC236}">
                <a16:creationId xmlns:a16="http://schemas.microsoft.com/office/drawing/2014/main" id="{9908E4EA-ABA8-98AA-86C4-BC72C4BA933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897" r="20897"/>
          <a:stretch>
            <a:fillRect/>
          </a:stretch>
        </p:blipFill>
        <p:spPr/>
      </p:pic>
      <p:sp>
        <p:nvSpPr>
          <p:cNvPr id="6" name="Date Placeholder 5">
            <a:extLst>
              <a:ext uri="{FF2B5EF4-FFF2-40B4-BE49-F238E27FC236}">
                <a16:creationId xmlns:a16="http://schemas.microsoft.com/office/drawing/2014/main" id="{E6AE5C68-68C2-8F6B-F781-D19966212566}"/>
              </a:ext>
            </a:extLst>
          </p:cNvPr>
          <p:cNvSpPr>
            <a:spLocks noGrp="1"/>
          </p:cNvSpPr>
          <p:nvPr>
            <p:ph type="dt" sz="half" idx="14"/>
          </p:nvPr>
        </p:nvSpPr>
        <p:spPr/>
        <p:txBody>
          <a:bodyPr/>
          <a:lstStyle/>
          <a:p>
            <a:fld id="{763C345D-F56F-0743-AB88-4EB3E35EF63D}" type="datetime1">
              <a:rPr lang="en-US" smtClean="0"/>
              <a:t>8/7/2026</a:t>
            </a:fld>
            <a:endParaRPr lang="en-US" dirty="0"/>
          </a:p>
        </p:txBody>
      </p:sp>
      <p:sp>
        <p:nvSpPr>
          <p:cNvPr id="7" name="Slide Number Placeholder 6">
            <a:extLst>
              <a:ext uri="{FF2B5EF4-FFF2-40B4-BE49-F238E27FC236}">
                <a16:creationId xmlns:a16="http://schemas.microsoft.com/office/drawing/2014/main" id="{BD867DBB-5597-BC0A-AA94-D17F2C325856}"/>
              </a:ext>
            </a:extLst>
          </p:cNvPr>
          <p:cNvSpPr>
            <a:spLocks noGrp="1"/>
          </p:cNvSpPr>
          <p:nvPr>
            <p:ph type="sldNum" sz="quarter" idx="16"/>
          </p:nvPr>
        </p:nvSpPr>
        <p:spPr/>
        <p:txBody>
          <a:bodyPr/>
          <a:lstStyle/>
          <a:p>
            <a:fld id="{CC057153-B650-4DEB-B370-79DDCFDCE934}" type="slidenum">
              <a:rPr lang="en-US" smtClean="0"/>
              <a:pPr/>
              <a:t>10</a:t>
            </a:fld>
            <a:endParaRPr lang="en-US" dirty="0"/>
          </a:p>
        </p:txBody>
      </p:sp>
    </p:spTree>
    <p:extLst>
      <p:ext uri="{BB962C8B-B14F-4D97-AF65-F5344CB8AC3E}">
        <p14:creationId xmlns:p14="http://schemas.microsoft.com/office/powerpoint/2010/main" val="1411302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F0E5A-B24B-B480-BAAE-921C635EBCE7}"/>
              </a:ext>
            </a:extLst>
          </p:cNvPr>
          <p:cNvSpPr>
            <a:spLocks noGrp="1"/>
          </p:cNvSpPr>
          <p:nvPr>
            <p:ph type="title"/>
          </p:nvPr>
        </p:nvSpPr>
        <p:spPr>
          <a:xfrm>
            <a:off x="1206418" y="782840"/>
            <a:ext cx="4572587" cy="988451"/>
          </a:xfrm>
        </p:spPr>
        <p:txBody>
          <a:bodyPr/>
          <a:lstStyle/>
          <a:p>
            <a:r>
              <a:rPr lang="en-SG" dirty="0"/>
              <a:t>DATABASE</a:t>
            </a:r>
          </a:p>
        </p:txBody>
      </p:sp>
      <p:sp>
        <p:nvSpPr>
          <p:cNvPr id="3" name="Footer Placeholder 2">
            <a:extLst>
              <a:ext uri="{FF2B5EF4-FFF2-40B4-BE49-F238E27FC236}">
                <a16:creationId xmlns:a16="http://schemas.microsoft.com/office/drawing/2014/main" id="{E01AF8C9-C92A-CCA7-45CF-4BF73452086B}"/>
              </a:ext>
            </a:extLst>
          </p:cNvPr>
          <p:cNvSpPr>
            <a:spLocks noGrp="1"/>
          </p:cNvSpPr>
          <p:nvPr>
            <p:ph type="ftr" sz="quarter" idx="15"/>
          </p:nvPr>
        </p:nvSpPr>
        <p:spPr/>
        <p:txBody>
          <a:bodyPr/>
          <a:lstStyle/>
          <a:p>
            <a:r>
              <a:rPr lang="en-US"/>
              <a:t>SAMPLE FOOTER TEXT</a:t>
            </a:r>
            <a:endParaRPr lang="en-US" dirty="0"/>
          </a:p>
        </p:txBody>
      </p:sp>
      <p:sp>
        <p:nvSpPr>
          <p:cNvPr id="4" name="Text Placeholder 3">
            <a:extLst>
              <a:ext uri="{FF2B5EF4-FFF2-40B4-BE49-F238E27FC236}">
                <a16:creationId xmlns:a16="http://schemas.microsoft.com/office/drawing/2014/main" id="{1F084E66-1C31-2500-4BB6-A0DD61601EE2}"/>
              </a:ext>
            </a:extLst>
          </p:cNvPr>
          <p:cNvSpPr>
            <a:spLocks noGrp="1"/>
          </p:cNvSpPr>
          <p:nvPr>
            <p:ph type="body" sz="quarter" idx="17"/>
          </p:nvPr>
        </p:nvSpPr>
        <p:spPr>
          <a:xfrm>
            <a:off x="1207009" y="2306129"/>
            <a:ext cx="4571996" cy="3538994"/>
          </a:xfrm>
        </p:spPr>
        <p:txBody>
          <a:bodyPr>
            <a:normAutofit/>
          </a:bodyPr>
          <a:lstStyle/>
          <a:p>
            <a:r>
              <a:rPr lang="en-SG" sz="1800" dirty="0"/>
              <a:t>The Database Service stores the imported environmental monitoring dataset, anomaly prediction results, and historical records. The Backend API retrieves data from the database for preprocessing and machine learning analysis, while prediction results are stored for future reference and visualisation. This provides persistent and centralized data storage, enabling efficient data management and historical analysis.</a:t>
            </a:r>
          </a:p>
          <a:p>
            <a:endParaRPr lang="en-SG" sz="1800" dirty="0"/>
          </a:p>
        </p:txBody>
      </p:sp>
      <p:pic>
        <p:nvPicPr>
          <p:cNvPr id="9" name="Picture Placeholder 8">
            <a:extLst>
              <a:ext uri="{FF2B5EF4-FFF2-40B4-BE49-F238E27FC236}">
                <a16:creationId xmlns:a16="http://schemas.microsoft.com/office/drawing/2014/main" id="{5279ADA1-F4CF-163D-3E09-33CBCCB7FC6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4519" r="24519"/>
          <a:stretch>
            <a:fillRect/>
          </a:stretch>
        </p:blipFill>
        <p:spPr/>
      </p:pic>
      <p:sp>
        <p:nvSpPr>
          <p:cNvPr id="6" name="Date Placeholder 5">
            <a:extLst>
              <a:ext uri="{FF2B5EF4-FFF2-40B4-BE49-F238E27FC236}">
                <a16:creationId xmlns:a16="http://schemas.microsoft.com/office/drawing/2014/main" id="{AE9FD764-B9E7-72F9-5D46-AAB080244C6D}"/>
              </a:ext>
            </a:extLst>
          </p:cNvPr>
          <p:cNvSpPr>
            <a:spLocks noGrp="1"/>
          </p:cNvSpPr>
          <p:nvPr>
            <p:ph type="dt" sz="half" idx="14"/>
          </p:nvPr>
        </p:nvSpPr>
        <p:spPr/>
        <p:txBody>
          <a:bodyPr/>
          <a:lstStyle/>
          <a:p>
            <a:fld id="{763C345D-F56F-0743-AB88-4EB3E35EF63D}" type="datetime1">
              <a:rPr lang="en-US" smtClean="0"/>
              <a:t>8/7/2026</a:t>
            </a:fld>
            <a:endParaRPr lang="en-US" dirty="0"/>
          </a:p>
        </p:txBody>
      </p:sp>
      <p:sp>
        <p:nvSpPr>
          <p:cNvPr id="7" name="Slide Number Placeholder 6">
            <a:extLst>
              <a:ext uri="{FF2B5EF4-FFF2-40B4-BE49-F238E27FC236}">
                <a16:creationId xmlns:a16="http://schemas.microsoft.com/office/drawing/2014/main" id="{A70C4D73-8E1B-045E-7BF3-BFE9F28D1312}"/>
              </a:ext>
            </a:extLst>
          </p:cNvPr>
          <p:cNvSpPr>
            <a:spLocks noGrp="1"/>
          </p:cNvSpPr>
          <p:nvPr>
            <p:ph type="sldNum" sz="quarter" idx="16"/>
          </p:nvPr>
        </p:nvSpPr>
        <p:spPr/>
        <p:txBody>
          <a:bodyPr/>
          <a:lstStyle/>
          <a:p>
            <a:fld id="{CC057153-B650-4DEB-B370-79DDCFDCE934}" type="slidenum">
              <a:rPr lang="en-US" smtClean="0"/>
              <a:pPr/>
              <a:t>11</a:t>
            </a:fld>
            <a:endParaRPr lang="en-US" dirty="0"/>
          </a:p>
        </p:txBody>
      </p:sp>
      <p:sp>
        <p:nvSpPr>
          <p:cNvPr id="10" name="TextBox 9">
            <a:extLst>
              <a:ext uri="{FF2B5EF4-FFF2-40B4-BE49-F238E27FC236}">
                <a16:creationId xmlns:a16="http://schemas.microsoft.com/office/drawing/2014/main" id="{4649C93F-384D-228F-A4FE-E6EEC45FC973}"/>
              </a:ext>
            </a:extLst>
          </p:cNvPr>
          <p:cNvSpPr txBox="1"/>
          <p:nvPr/>
        </p:nvSpPr>
        <p:spPr>
          <a:xfrm>
            <a:off x="6099048" y="6455664"/>
            <a:ext cx="5289176" cy="230832"/>
          </a:xfrm>
          <a:prstGeom prst="rect">
            <a:avLst/>
          </a:prstGeom>
          <a:noFill/>
        </p:spPr>
        <p:txBody>
          <a:bodyPr wrap="square" rtlCol="0">
            <a:spAutoFit/>
          </a:bodyPr>
          <a:lstStyle/>
          <a:p>
            <a:r>
              <a:rPr lang="en-SG" sz="900">
                <a:hlinkClick r:id="rId3" tooltip="https://energiaa.vamk.fi/en/articles/komptence/zero-emission-data-center-components-and-features/"/>
              </a:rPr>
              <a:t>This Photo</a:t>
            </a:r>
            <a:r>
              <a:rPr lang="en-SG" sz="900"/>
              <a:t> by Unknown Author is licensed under </a:t>
            </a:r>
            <a:r>
              <a:rPr lang="en-SG" sz="900">
                <a:hlinkClick r:id="rId4" tooltip="https://creativecommons.org/licenses/by-sa/3.0/"/>
              </a:rPr>
              <a:t>CC BY-SA</a:t>
            </a:r>
            <a:endParaRPr lang="en-SG" sz="900"/>
          </a:p>
        </p:txBody>
      </p:sp>
    </p:spTree>
    <p:extLst>
      <p:ext uri="{BB962C8B-B14F-4D97-AF65-F5344CB8AC3E}">
        <p14:creationId xmlns:p14="http://schemas.microsoft.com/office/powerpoint/2010/main" val="2203076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901A4-F17D-BB5C-CF56-32B98D42BEB8}"/>
              </a:ext>
            </a:extLst>
          </p:cNvPr>
          <p:cNvSpPr>
            <a:spLocks noGrp="1"/>
          </p:cNvSpPr>
          <p:nvPr>
            <p:ph type="title"/>
          </p:nvPr>
        </p:nvSpPr>
        <p:spPr>
          <a:xfrm>
            <a:off x="1206418" y="782840"/>
            <a:ext cx="4572587" cy="988451"/>
          </a:xfrm>
        </p:spPr>
        <p:txBody>
          <a:bodyPr/>
          <a:lstStyle/>
          <a:p>
            <a:r>
              <a:rPr lang="en-SG" dirty="0"/>
              <a:t>BACKEND API</a:t>
            </a:r>
          </a:p>
        </p:txBody>
      </p:sp>
      <p:sp>
        <p:nvSpPr>
          <p:cNvPr id="3" name="Footer Placeholder 2">
            <a:extLst>
              <a:ext uri="{FF2B5EF4-FFF2-40B4-BE49-F238E27FC236}">
                <a16:creationId xmlns:a16="http://schemas.microsoft.com/office/drawing/2014/main" id="{137D5DF4-57DC-DAAE-0FB7-43A45738D5C8}"/>
              </a:ext>
            </a:extLst>
          </p:cNvPr>
          <p:cNvSpPr>
            <a:spLocks noGrp="1"/>
          </p:cNvSpPr>
          <p:nvPr>
            <p:ph type="ftr" sz="quarter" idx="15"/>
          </p:nvPr>
        </p:nvSpPr>
        <p:spPr/>
        <p:txBody>
          <a:bodyPr/>
          <a:lstStyle/>
          <a:p>
            <a:r>
              <a:rPr lang="en-US"/>
              <a:t>SAMPLE FOOTER TEXT</a:t>
            </a:r>
            <a:endParaRPr lang="en-US" dirty="0"/>
          </a:p>
        </p:txBody>
      </p:sp>
      <p:sp>
        <p:nvSpPr>
          <p:cNvPr id="4" name="Text Placeholder 3">
            <a:extLst>
              <a:ext uri="{FF2B5EF4-FFF2-40B4-BE49-F238E27FC236}">
                <a16:creationId xmlns:a16="http://schemas.microsoft.com/office/drawing/2014/main" id="{FD9DBE9B-E33E-1377-E13B-33438B878D0B}"/>
              </a:ext>
            </a:extLst>
          </p:cNvPr>
          <p:cNvSpPr>
            <a:spLocks noGrp="1"/>
          </p:cNvSpPr>
          <p:nvPr>
            <p:ph type="body" sz="quarter" idx="17"/>
          </p:nvPr>
        </p:nvSpPr>
        <p:spPr>
          <a:xfrm>
            <a:off x="1206418" y="2587925"/>
            <a:ext cx="4571996" cy="3444751"/>
          </a:xfrm>
        </p:spPr>
        <p:txBody>
          <a:bodyPr>
            <a:noAutofit/>
          </a:bodyPr>
          <a:lstStyle/>
          <a:p>
            <a:r>
              <a:rPr lang="en-SG" sz="2200" dirty="0"/>
              <a:t>The Backend API Service acts as the communication layer between all microservices. It receives requests from the Frontend Dashboard, retrieves sensor data from the database, sends data to the Machine Learning Service for prediction, stores the prediction results, and returns the processed information to the user.</a:t>
            </a:r>
          </a:p>
        </p:txBody>
      </p:sp>
      <p:pic>
        <p:nvPicPr>
          <p:cNvPr id="11" name="Picture Placeholder 10">
            <a:extLst>
              <a:ext uri="{FF2B5EF4-FFF2-40B4-BE49-F238E27FC236}">
                <a16:creationId xmlns:a16="http://schemas.microsoft.com/office/drawing/2014/main" id="{EFEA5F83-09BA-5FFA-B165-8D032994C071}"/>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186" r="20186"/>
          <a:stretch>
            <a:fillRect/>
          </a:stretch>
        </p:blipFill>
        <p:spPr/>
      </p:pic>
      <p:sp>
        <p:nvSpPr>
          <p:cNvPr id="6" name="Date Placeholder 5">
            <a:extLst>
              <a:ext uri="{FF2B5EF4-FFF2-40B4-BE49-F238E27FC236}">
                <a16:creationId xmlns:a16="http://schemas.microsoft.com/office/drawing/2014/main" id="{0A9A5BA0-0E9A-A512-52AB-AF95C12897B8}"/>
              </a:ext>
            </a:extLst>
          </p:cNvPr>
          <p:cNvSpPr>
            <a:spLocks noGrp="1"/>
          </p:cNvSpPr>
          <p:nvPr>
            <p:ph type="dt" sz="half" idx="14"/>
          </p:nvPr>
        </p:nvSpPr>
        <p:spPr/>
        <p:txBody>
          <a:bodyPr/>
          <a:lstStyle/>
          <a:p>
            <a:fld id="{763C345D-F56F-0743-AB88-4EB3E35EF63D}" type="datetime1">
              <a:rPr lang="en-US" smtClean="0"/>
              <a:t>8/7/2026</a:t>
            </a:fld>
            <a:endParaRPr lang="en-US" dirty="0"/>
          </a:p>
        </p:txBody>
      </p:sp>
      <p:sp>
        <p:nvSpPr>
          <p:cNvPr id="7" name="Slide Number Placeholder 6">
            <a:extLst>
              <a:ext uri="{FF2B5EF4-FFF2-40B4-BE49-F238E27FC236}">
                <a16:creationId xmlns:a16="http://schemas.microsoft.com/office/drawing/2014/main" id="{EE93730F-4822-CE24-75E7-29D777282DB7}"/>
              </a:ext>
            </a:extLst>
          </p:cNvPr>
          <p:cNvSpPr>
            <a:spLocks noGrp="1"/>
          </p:cNvSpPr>
          <p:nvPr>
            <p:ph type="sldNum" sz="quarter" idx="16"/>
          </p:nvPr>
        </p:nvSpPr>
        <p:spPr/>
        <p:txBody>
          <a:bodyPr/>
          <a:lstStyle/>
          <a:p>
            <a:fld id="{CC057153-B650-4DEB-B370-79DDCFDCE934}" type="slidenum">
              <a:rPr lang="en-US" smtClean="0"/>
              <a:pPr/>
              <a:t>12</a:t>
            </a:fld>
            <a:endParaRPr lang="en-US" dirty="0"/>
          </a:p>
        </p:txBody>
      </p:sp>
    </p:spTree>
    <p:extLst>
      <p:ext uri="{BB962C8B-B14F-4D97-AF65-F5344CB8AC3E}">
        <p14:creationId xmlns:p14="http://schemas.microsoft.com/office/powerpoint/2010/main" val="1122350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996FA-5CDB-38EA-C314-20A7D3B73B1E}"/>
              </a:ext>
            </a:extLst>
          </p:cNvPr>
          <p:cNvSpPr>
            <a:spLocks noGrp="1"/>
          </p:cNvSpPr>
          <p:nvPr>
            <p:ph type="title"/>
          </p:nvPr>
        </p:nvSpPr>
        <p:spPr>
          <a:xfrm>
            <a:off x="1207008" y="786384"/>
            <a:ext cx="3595634" cy="1920240"/>
          </a:xfrm>
        </p:spPr>
        <p:txBody>
          <a:bodyPr anchor="t">
            <a:normAutofit/>
          </a:bodyPr>
          <a:lstStyle/>
          <a:p>
            <a:r>
              <a:rPr lang="en-SG" dirty="0"/>
              <a:t>MACHINE LEARNING</a:t>
            </a:r>
          </a:p>
        </p:txBody>
      </p:sp>
      <p:sp>
        <p:nvSpPr>
          <p:cNvPr id="3" name="Footer Placeholder 2">
            <a:extLst>
              <a:ext uri="{FF2B5EF4-FFF2-40B4-BE49-F238E27FC236}">
                <a16:creationId xmlns:a16="http://schemas.microsoft.com/office/drawing/2014/main" id="{32F2DFD3-85FB-CCD8-8239-D2725E65F67A}"/>
              </a:ext>
            </a:extLst>
          </p:cNvPr>
          <p:cNvSpPr>
            <a:spLocks noGrp="1"/>
          </p:cNvSpPr>
          <p:nvPr>
            <p:ph type="ftr" sz="quarter" idx="11"/>
          </p:nvPr>
        </p:nvSpPr>
        <p:spPr>
          <a:xfrm rot="16200000">
            <a:off x="-1005840" y="1525384"/>
            <a:ext cx="2805405" cy="365125"/>
          </a:xfrm>
        </p:spPr>
        <p:txBody>
          <a:bodyPr anchor="ctr">
            <a:normAutofit/>
          </a:bodyPr>
          <a:lstStyle/>
          <a:p>
            <a:pPr>
              <a:spcAft>
                <a:spcPts val="600"/>
              </a:spcAft>
            </a:pPr>
            <a:r>
              <a:rPr lang="en-US"/>
              <a:t>SAMPLE FOOTER TEXT</a:t>
            </a:r>
          </a:p>
        </p:txBody>
      </p:sp>
      <p:sp>
        <p:nvSpPr>
          <p:cNvPr id="4" name="Content Placeholder 3">
            <a:extLst>
              <a:ext uri="{FF2B5EF4-FFF2-40B4-BE49-F238E27FC236}">
                <a16:creationId xmlns:a16="http://schemas.microsoft.com/office/drawing/2014/main" id="{711FD2D7-80AB-8915-426E-1B7BB86AD5FA}"/>
              </a:ext>
            </a:extLst>
          </p:cNvPr>
          <p:cNvSpPr>
            <a:spLocks noGrp="1"/>
          </p:cNvSpPr>
          <p:nvPr>
            <p:ph type="body" sz="half" idx="2"/>
          </p:nvPr>
        </p:nvSpPr>
        <p:spPr>
          <a:xfrm>
            <a:off x="1207008" y="2292927"/>
            <a:ext cx="3585586" cy="3751257"/>
          </a:xfrm>
        </p:spPr>
        <p:txBody>
          <a:bodyPr anchor="b">
            <a:normAutofit/>
          </a:bodyPr>
          <a:lstStyle/>
          <a:p>
            <a:r>
              <a:rPr lang="en-SG" sz="1900" dirty="0"/>
              <a:t>The Machine Learning Service receives validated sensor data from the Backend API, analyses it using the trained model, and returns prediction results. If an abnormal condition is detected, the Backend API stores the result in the database and triggers the Notification Service to send a Telegram alert.</a:t>
            </a:r>
          </a:p>
          <a:p>
            <a:endParaRPr lang="en-SG" sz="1900" dirty="0"/>
          </a:p>
        </p:txBody>
      </p:sp>
      <p:pic>
        <p:nvPicPr>
          <p:cNvPr id="8" name="Picture Placeholder 7">
            <a:extLst>
              <a:ext uri="{FF2B5EF4-FFF2-40B4-BE49-F238E27FC236}">
                <a16:creationId xmlns:a16="http://schemas.microsoft.com/office/drawing/2014/main" id="{066A5C73-7ED1-8DA9-15DA-6EB5221B4EC7}"/>
              </a:ext>
            </a:extLst>
          </p:cNvPr>
          <p:cNvPicPr>
            <a:picLocks noGrp="1" noChangeAspect="1"/>
          </p:cNvPicPr>
          <p:nvPr>
            <p:ph type="pic"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5155" r="15155"/>
          <a:stretch>
            <a:fillRect/>
          </a:stretch>
        </p:blipFill>
        <p:spPr>
          <a:xfrm>
            <a:off x="5062538" y="401638"/>
            <a:ext cx="6329362" cy="6054725"/>
          </a:xfrm>
        </p:spPr>
      </p:pic>
      <p:sp>
        <p:nvSpPr>
          <p:cNvPr id="5" name="Date Placeholder 4">
            <a:extLst>
              <a:ext uri="{FF2B5EF4-FFF2-40B4-BE49-F238E27FC236}">
                <a16:creationId xmlns:a16="http://schemas.microsoft.com/office/drawing/2014/main" id="{8A36F9D2-4C85-2A4E-4F02-F16819F34517}"/>
              </a:ext>
            </a:extLst>
          </p:cNvPr>
          <p:cNvSpPr>
            <a:spLocks noGrp="1"/>
          </p:cNvSpPr>
          <p:nvPr>
            <p:ph type="dt" sz="half" idx="10"/>
          </p:nvPr>
        </p:nvSpPr>
        <p:spPr>
          <a:xfrm rot="5400000">
            <a:off x="10040831" y="4206240"/>
            <a:ext cx="3494314" cy="365125"/>
          </a:xfrm>
        </p:spPr>
        <p:txBody>
          <a:bodyPr anchor="ctr">
            <a:normAutofit/>
          </a:bodyPr>
          <a:lstStyle/>
          <a:p>
            <a:pPr>
              <a:spcAft>
                <a:spcPts val="600"/>
              </a:spcAft>
            </a:pPr>
            <a:fld id="{927C0DEB-4AE1-EA4D-826D-E3C22802B942}" type="datetime1">
              <a:rPr lang="en-US" smtClean="0"/>
              <a:pPr>
                <a:spcAft>
                  <a:spcPts val="600"/>
                </a:spcAft>
              </a:pPr>
              <a:t>8/7/2026</a:t>
            </a:fld>
            <a:endParaRPr lang="en-US"/>
          </a:p>
        </p:txBody>
      </p:sp>
      <p:sp>
        <p:nvSpPr>
          <p:cNvPr id="6" name="Slide Number Placeholder 5">
            <a:extLst>
              <a:ext uri="{FF2B5EF4-FFF2-40B4-BE49-F238E27FC236}">
                <a16:creationId xmlns:a16="http://schemas.microsoft.com/office/drawing/2014/main" id="{F89C23D6-8443-978E-F5FF-276AD0A7C93F}"/>
              </a:ext>
            </a:extLst>
          </p:cNvPr>
          <p:cNvSpPr>
            <a:spLocks noGrp="1"/>
          </p:cNvSpPr>
          <p:nvPr>
            <p:ph type="sldNum" sz="quarter" idx="12"/>
          </p:nvPr>
        </p:nvSpPr>
        <p:spPr>
          <a:xfrm>
            <a:off x="11573385" y="6229552"/>
            <a:ext cx="429207" cy="365125"/>
          </a:xfrm>
        </p:spPr>
        <p:txBody>
          <a:bodyPr anchor="ctr">
            <a:normAutofit/>
          </a:bodyPr>
          <a:lstStyle/>
          <a:p>
            <a:pPr>
              <a:spcAft>
                <a:spcPts val="600"/>
              </a:spcAft>
            </a:pPr>
            <a:fld id="{CC057153-B650-4DEB-B370-79DDCFDCE934}" type="slidenum">
              <a:rPr lang="en-US" smtClean="0"/>
              <a:pPr>
                <a:spcAft>
                  <a:spcPts val="600"/>
                </a:spcAft>
              </a:pPr>
              <a:t>13</a:t>
            </a:fld>
            <a:endParaRPr lang="en-US"/>
          </a:p>
        </p:txBody>
      </p:sp>
    </p:spTree>
    <p:extLst>
      <p:ext uri="{BB962C8B-B14F-4D97-AF65-F5344CB8AC3E}">
        <p14:creationId xmlns:p14="http://schemas.microsoft.com/office/powerpoint/2010/main" val="3082326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52860-A454-C766-1297-A5EE12511C10}"/>
              </a:ext>
            </a:extLst>
          </p:cNvPr>
          <p:cNvSpPr>
            <a:spLocks noGrp="1"/>
          </p:cNvSpPr>
          <p:nvPr>
            <p:ph type="title"/>
          </p:nvPr>
        </p:nvSpPr>
        <p:spPr>
          <a:xfrm>
            <a:off x="1206418" y="782840"/>
            <a:ext cx="4572587" cy="1281487"/>
          </a:xfrm>
        </p:spPr>
        <p:txBody>
          <a:bodyPr>
            <a:normAutofit fontScale="90000"/>
          </a:bodyPr>
          <a:lstStyle/>
          <a:p>
            <a:r>
              <a:rPr lang="en-SG" dirty="0"/>
              <a:t>NOTIFICATION SERVICE</a:t>
            </a:r>
          </a:p>
        </p:txBody>
      </p:sp>
      <p:sp>
        <p:nvSpPr>
          <p:cNvPr id="3" name="Footer Placeholder 2">
            <a:extLst>
              <a:ext uri="{FF2B5EF4-FFF2-40B4-BE49-F238E27FC236}">
                <a16:creationId xmlns:a16="http://schemas.microsoft.com/office/drawing/2014/main" id="{384F1C7C-23BD-5D23-530F-20360A4CD789}"/>
              </a:ext>
            </a:extLst>
          </p:cNvPr>
          <p:cNvSpPr>
            <a:spLocks noGrp="1"/>
          </p:cNvSpPr>
          <p:nvPr>
            <p:ph type="ftr" sz="quarter" idx="15"/>
          </p:nvPr>
        </p:nvSpPr>
        <p:spPr/>
        <p:txBody>
          <a:bodyPr/>
          <a:lstStyle/>
          <a:p>
            <a:r>
              <a:rPr lang="en-US"/>
              <a:t>SAMPLE FOOTER TEXT</a:t>
            </a:r>
            <a:endParaRPr lang="en-US" dirty="0"/>
          </a:p>
        </p:txBody>
      </p:sp>
      <p:pic>
        <p:nvPicPr>
          <p:cNvPr id="10" name="Picture Placeholder 9">
            <a:extLst>
              <a:ext uri="{FF2B5EF4-FFF2-40B4-BE49-F238E27FC236}">
                <a16:creationId xmlns:a16="http://schemas.microsoft.com/office/drawing/2014/main" id="{9C2A1AE6-DE04-3486-4E6A-EB6B325AC57E}"/>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879" r="20879"/>
          <a:stretch>
            <a:fillRect/>
          </a:stretch>
        </p:blipFill>
        <p:spPr/>
      </p:pic>
      <p:sp>
        <p:nvSpPr>
          <p:cNvPr id="6" name="Date Placeholder 5">
            <a:extLst>
              <a:ext uri="{FF2B5EF4-FFF2-40B4-BE49-F238E27FC236}">
                <a16:creationId xmlns:a16="http://schemas.microsoft.com/office/drawing/2014/main" id="{B88C8E87-5105-3DE0-6EF9-3A71DA8D6058}"/>
              </a:ext>
            </a:extLst>
          </p:cNvPr>
          <p:cNvSpPr>
            <a:spLocks noGrp="1"/>
          </p:cNvSpPr>
          <p:nvPr>
            <p:ph type="dt" sz="half" idx="14"/>
          </p:nvPr>
        </p:nvSpPr>
        <p:spPr/>
        <p:txBody>
          <a:bodyPr/>
          <a:lstStyle/>
          <a:p>
            <a:fld id="{763C345D-F56F-0743-AB88-4EB3E35EF63D}" type="datetime1">
              <a:rPr lang="en-US" smtClean="0"/>
              <a:t>8/7/2026</a:t>
            </a:fld>
            <a:endParaRPr lang="en-US" dirty="0"/>
          </a:p>
        </p:txBody>
      </p:sp>
      <p:sp>
        <p:nvSpPr>
          <p:cNvPr id="7" name="Slide Number Placeholder 6">
            <a:extLst>
              <a:ext uri="{FF2B5EF4-FFF2-40B4-BE49-F238E27FC236}">
                <a16:creationId xmlns:a16="http://schemas.microsoft.com/office/drawing/2014/main" id="{942279FD-7466-D66B-F933-A562F0ACE8F2}"/>
              </a:ext>
            </a:extLst>
          </p:cNvPr>
          <p:cNvSpPr>
            <a:spLocks noGrp="1"/>
          </p:cNvSpPr>
          <p:nvPr>
            <p:ph type="sldNum" sz="quarter" idx="16"/>
          </p:nvPr>
        </p:nvSpPr>
        <p:spPr/>
        <p:txBody>
          <a:bodyPr/>
          <a:lstStyle/>
          <a:p>
            <a:fld id="{CC057153-B650-4DEB-B370-79DDCFDCE934}" type="slidenum">
              <a:rPr lang="en-US" smtClean="0"/>
              <a:pPr/>
              <a:t>14</a:t>
            </a:fld>
            <a:endParaRPr lang="en-US" dirty="0"/>
          </a:p>
        </p:txBody>
      </p:sp>
      <p:sp>
        <p:nvSpPr>
          <p:cNvPr id="8" name="Content Placeholder 3">
            <a:extLst>
              <a:ext uri="{FF2B5EF4-FFF2-40B4-BE49-F238E27FC236}">
                <a16:creationId xmlns:a16="http://schemas.microsoft.com/office/drawing/2014/main" id="{82FEFF40-B72C-811B-8841-35EE459505D8}"/>
              </a:ext>
            </a:extLst>
          </p:cNvPr>
          <p:cNvSpPr>
            <a:spLocks noGrp="1"/>
          </p:cNvSpPr>
          <p:nvPr>
            <p:ph type="body" sz="quarter" idx="17"/>
          </p:nvPr>
        </p:nvSpPr>
        <p:spPr>
          <a:xfrm>
            <a:off x="1206500" y="2792413"/>
            <a:ext cx="4572000" cy="3251200"/>
          </a:xfrm>
        </p:spPr>
        <p:txBody>
          <a:bodyPr anchor="ctr">
            <a:normAutofit fontScale="92500" lnSpcReduction="10000"/>
          </a:bodyPr>
          <a:lstStyle/>
          <a:p>
            <a:r>
              <a:rPr lang="en-SG" dirty="0"/>
              <a:t>The Notification Service monitors the AI prediction results and checks for abnormal environmental conditions. When a sensor reading exceeds the predefined threshold, it automatically sends an alert to users through a Telegram bot. This allows users to receive instant notifications on their phones and respond quickly. As a separate microservice, it is also easy to maintain, update, and scale independently.</a:t>
            </a:r>
          </a:p>
        </p:txBody>
      </p:sp>
      <p:sp>
        <p:nvSpPr>
          <p:cNvPr id="11" name="TextBox 10">
            <a:extLst>
              <a:ext uri="{FF2B5EF4-FFF2-40B4-BE49-F238E27FC236}">
                <a16:creationId xmlns:a16="http://schemas.microsoft.com/office/drawing/2014/main" id="{C1CE44BE-7EE0-E680-1E1B-ECC347B54EC9}"/>
              </a:ext>
            </a:extLst>
          </p:cNvPr>
          <p:cNvSpPr txBox="1"/>
          <p:nvPr/>
        </p:nvSpPr>
        <p:spPr>
          <a:xfrm>
            <a:off x="6099048" y="6455664"/>
            <a:ext cx="5289176" cy="230832"/>
          </a:xfrm>
          <a:prstGeom prst="rect">
            <a:avLst/>
          </a:prstGeom>
          <a:noFill/>
        </p:spPr>
        <p:txBody>
          <a:bodyPr wrap="square" rtlCol="0">
            <a:spAutoFit/>
          </a:bodyPr>
          <a:lstStyle/>
          <a:p>
            <a:r>
              <a:rPr lang="en-SG" sz="900">
                <a:hlinkClick r:id="rId3" tooltip="https://gijn.org/resource/tipsheet/tipsheet-latest-tools-investigating-with-telegram/"/>
              </a:rPr>
              <a:t>This Photo</a:t>
            </a:r>
            <a:r>
              <a:rPr lang="en-SG" sz="900"/>
              <a:t> by Unknown Author is licensed under </a:t>
            </a:r>
            <a:r>
              <a:rPr lang="en-SG" sz="900">
                <a:hlinkClick r:id="rId4" tooltip="https://creativecommons.org/licenses/by-nd/3.0/"/>
              </a:rPr>
              <a:t>CC BY-ND</a:t>
            </a:r>
            <a:endParaRPr lang="en-SG" sz="900"/>
          </a:p>
        </p:txBody>
      </p:sp>
    </p:spTree>
    <p:extLst>
      <p:ext uri="{BB962C8B-B14F-4D97-AF65-F5344CB8AC3E}">
        <p14:creationId xmlns:p14="http://schemas.microsoft.com/office/powerpoint/2010/main" val="3725530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BB6B6-40D2-4144-C3BF-18AA8170E948}"/>
              </a:ext>
            </a:extLst>
          </p:cNvPr>
          <p:cNvSpPr>
            <a:spLocks noGrp="1"/>
          </p:cNvSpPr>
          <p:nvPr>
            <p:ph type="title"/>
          </p:nvPr>
        </p:nvSpPr>
        <p:spPr>
          <a:xfrm>
            <a:off x="1206418" y="782840"/>
            <a:ext cx="4572587" cy="1736073"/>
          </a:xfrm>
        </p:spPr>
        <p:txBody>
          <a:bodyPr/>
          <a:lstStyle/>
          <a:p>
            <a:r>
              <a:rPr lang="en-SG" dirty="0"/>
              <a:t>FRONTEND DASHBOARD</a:t>
            </a:r>
          </a:p>
        </p:txBody>
      </p:sp>
      <p:sp>
        <p:nvSpPr>
          <p:cNvPr id="3" name="Footer Placeholder 2">
            <a:extLst>
              <a:ext uri="{FF2B5EF4-FFF2-40B4-BE49-F238E27FC236}">
                <a16:creationId xmlns:a16="http://schemas.microsoft.com/office/drawing/2014/main" id="{0DC5634A-D3AA-431A-1C48-BEA376B6CDC9}"/>
              </a:ext>
            </a:extLst>
          </p:cNvPr>
          <p:cNvSpPr>
            <a:spLocks noGrp="1"/>
          </p:cNvSpPr>
          <p:nvPr>
            <p:ph type="ftr" sz="quarter" idx="15"/>
          </p:nvPr>
        </p:nvSpPr>
        <p:spPr/>
        <p:txBody>
          <a:bodyPr/>
          <a:lstStyle/>
          <a:p>
            <a:r>
              <a:rPr lang="en-US"/>
              <a:t>SAMPLE FOOTER TEXT</a:t>
            </a:r>
            <a:endParaRPr lang="en-US" dirty="0"/>
          </a:p>
        </p:txBody>
      </p:sp>
      <p:sp>
        <p:nvSpPr>
          <p:cNvPr id="4" name="Text Placeholder 3">
            <a:extLst>
              <a:ext uri="{FF2B5EF4-FFF2-40B4-BE49-F238E27FC236}">
                <a16:creationId xmlns:a16="http://schemas.microsoft.com/office/drawing/2014/main" id="{8BD4E338-5428-915D-9027-1CD87A0019DA}"/>
              </a:ext>
            </a:extLst>
          </p:cNvPr>
          <p:cNvSpPr>
            <a:spLocks noGrp="1"/>
          </p:cNvSpPr>
          <p:nvPr>
            <p:ph type="body" sz="quarter" idx="17"/>
          </p:nvPr>
        </p:nvSpPr>
        <p:spPr>
          <a:xfrm>
            <a:off x="1207008" y="2641645"/>
            <a:ext cx="4571996" cy="3402533"/>
          </a:xfrm>
        </p:spPr>
        <p:txBody>
          <a:bodyPr>
            <a:normAutofit/>
          </a:bodyPr>
          <a:lstStyle/>
          <a:p>
            <a:r>
              <a:rPr lang="en-SG" dirty="0"/>
              <a:t>The Frontend Dashboard provides a user-friendly interface for monitoring environmental conditions. It displays sensor data, anomaly detection results, and historical trends by sending REST API requests to the Backend API. Users can easily view environmental status and receive alerts without directly interacting with the database.</a:t>
            </a:r>
          </a:p>
        </p:txBody>
      </p:sp>
      <p:pic>
        <p:nvPicPr>
          <p:cNvPr id="9" name="Picture Placeholder 8">
            <a:extLst>
              <a:ext uri="{FF2B5EF4-FFF2-40B4-BE49-F238E27FC236}">
                <a16:creationId xmlns:a16="http://schemas.microsoft.com/office/drawing/2014/main" id="{38E7DCAB-4FA6-E21D-C291-4F565E3A09F4}"/>
              </a:ext>
            </a:extLst>
          </p:cNvPr>
          <p:cNvPicPr>
            <a:picLocks noGrp="1" noChangeAspect="1"/>
          </p:cNvPicPr>
          <p:nvPr>
            <p:ph type="pic" sz="quarter" idx="13"/>
          </p:nvPr>
        </p:nvPicPr>
        <p:blipFill>
          <a:blip r:embed="rId2"/>
          <a:srcRect t="2057" b="2057"/>
          <a:stretch/>
        </p:blipFill>
        <p:spPr>
          <a:prstGeom prst="rect">
            <a:avLst/>
          </a:prstGeom>
          <a:blipFill dpi="0" rotWithShape="1">
            <a:blip r:embed="rId3">
              <a:alphaModFix amt="20000"/>
              <a:extLst>
                <a:ext uri="{BEBA8EAE-BF5A-486C-A8C5-ECC9F3942E4B}">
                  <a14:imgProps xmlns:a14="http://schemas.microsoft.com/office/drawing/2010/main">
                    <a14:imgLayer r:embed="rId4">
                      <a14:imgEffect>
                        <a14:saturation sat="0"/>
                      </a14:imgEffect>
                      <a14:imgEffect>
                        <a14:brightnessContrast bright="-27000" contrast="59000"/>
                      </a14:imgEffect>
                    </a14:imgLayer>
                  </a14:imgProps>
                </a:ext>
              </a:extLst>
            </a:blip>
            <a:srcRect/>
            <a:stretch>
              <a:fillRect b="1"/>
            </a:stretch>
          </a:blipFill>
        </p:spPr>
      </p:pic>
      <p:sp>
        <p:nvSpPr>
          <p:cNvPr id="6" name="Date Placeholder 5">
            <a:extLst>
              <a:ext uri="{FF2B5EF4-FFF2-40B4-BE49-F238E27FC236}">
                <a16:creationId xmlns:a16="http://schemas.microsoft.com/office/drawing/2014/main" id="{5FCC26C3-99B7-286E-01C2-0823E6FAAED3}"/>
              </a:ext>
            </a:extLst>
          </p:cNvPr>
          <p:cNvSpPr>
            <a:spLocks noGrp="1"/>
          </p:cNvSpPr>
          <p:nvPr>
            <p:ph type="dt" sz="half" idx="14"/>
          </p:nvPr>
        </p:nvSpPr>
        <p:spPr/>
        <p:txBody>
          <a:bodyPr/>
          <a:lstStyle/>
          <a:p>
            <a:fld id="{763C345D-F56F-0743-AB88-4EB3E35EF63D}" type="datetime1">
              <a:rPr lang="en-US" smtClean="0"/>
              <a:t>8/7/2026</a:t>
            </a:fld>
            <a:endParaRPr lang="en-US" dirty="0"/>
          </a:p>
        </p:txBody>
      </p:sp>
      <p:sp>
        <p:nvSpPr>
          <p:cNvPr id="7" name="Slide Number Placeholder 6">
            <a:extLst>
              <a:ext uri="{FF2B5EF4-FFF2-40B4-BE49-F238E27FC236}">
                <a16:creationId xmlns:a16="http://schemas.microsoft.com/office/drawing/2014/main" id="{C99EB775-34C7-FD0F-C16C-F0DEF9C5A447}"/>
              </a:ext>
            </a:extLst>
          </p:cNvPr>
          <p:cNvSpPr>
            <a:spLocks noGrp="1"/>
          </p:cNvSpPr>
          <p:nvPr>
            <p:ph type="sldNum" sz="quarter" idx="16"/>
          </p:nvPr>
        </p:nvSpPr>
        <p:spPr/>
        <p:txBody>
          <a:bodyPr/>
          <a:lstStyle/>
          <a:p>
            <a:fld id="{CC057153-B650-4DEB-B370-79DDCFDCE934}" type="slidenum">
              <a:rPr lang="en-US" smtClean="0"/>
              <a:pPr/>
              <a:t>15</a:t>
            </a:fld>
            <a:endParaRPr lang="en-US" dirty="0"/>
          </a:p>
        </p:txBody>
      </p:sp>
    </p:spTree>
    <p:extLst>
      <p:ext uri="{BB962C8B-B14F-4D97-AF65-F5344CB8AC3E}">
        <p14:creationId xmlns:p14="http://schemas.microsoft.com/office/powerpoint/2010/main" val="2594699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B2810-2AEF-4E84-FF4A-44FD15DB251F}"/>
              </a:ext>
            </a:extLst>
          </p:cNvPr>
          <p:cNvSpPr>
            <a:spLocks noGrp="1"/>
          </p:cNvSpPr>
          <p:nvPr>
            <p:ph type="title"/>
          </p:nvPr>
        </p:nvSpPr>
        <p:spPr/>
        <p:txBody>
          <a:bodyPr/>
          <a:lstStyle/>
          <a:p>
            <a:r>
              <a:rPr lang="en-SG" dirty="0"/>
              <a:t>DOCKER</a:t>
            </a:r>
          </a:p>
        </p:txBody>
      </p:sp>
      <p:sp>
        <p:nvSpPr>
          <p:cNvPr id="3" name="Footer Placeholder 2">
            <a:extLst>
              <a:ext uri="{FF2B5EF4-FFF2-40B4-BE49-F238E27FC236}">
                <a16:creationId xmlns:a16="http://schemas.microsoft.com/office/drawing/2014/main" id="{D48B66FE-A7B1-9E85-D36A-CC8995D05EF8}"/>
              </a:ext>
            </a:extLst>
          </p:cNvPr>
          <p:cNvSpPr>
            <a:spLocks noGrp="1"/>
          </p:cNvSpPr>
          <p:nvPr>
            <p:ph type="ftr" sz="quarter" idx="11"/>
          </p:nvPr>
        </p:nvSpPr>
        <p:spPr/>
        <p:txBody>
          <a:bodyPr/>
          <a:lstStyle/>
          <a:p>
            <a:r>
              <a:rPr lang="en-US"/>
              <a:t>SAMPLE FOOTER TEXT</a:t>
            </a:r>
            <a:endParaRPr lang="en-US" dirty="0"/>
          </a:p>
        </p:txBody>
      </p:sp>
      <p:sp>
        <p:nvSpPr>
          <p:cNvPr id="4" name="Content Placeholder 3">
            <a:extLst>
              <a:ext uri="{FF2B5EF4-FFF2-40B4-BE49-F238E27FC236}">
                <a16:creationId xmlns:a16="http://schemas.microsoft.com/office/drawing/2014/main" id="{F11611CC-2CF8-DBE0-F56C-CF37F7618842}"/>
              </a:ext>
            </a:extLst>
          </p:cNvPr>
          <p:cNvSpPr>
            <a:spLocks noGrp="1"/>
          </p:cNvSpPr>
          <p:nvPr>
            <p:ph sz="quarter" idx="13"/>
          </p:nvPr>
        </p:nvSpPr>
        <p:spPr/>
        <p:txBody>
          <a:bodyPr/>
          <a:lstStyle/>
          <a:p>
            <a:r>
              <a:rPr lang="en-SG" dirty="0"/>
              <a:t>Each application component is packaged as a Docker container to provide a lightweight, portable, and consistent runtime environment across development, testing, and production. Docker eliminates dependency conflicts and ensures that the application behaves consistently regardless of the deployment platform.</a:t>
            </a:r>
          </a:p>
        </p:txBody>
      </p:sp>
      <p:sp>
        <p:nvSpPr>
          <p:cNvPr id="5" name="Date Placeholder 4">
            <a:extLst>
              <a:ext uri="{FF2B5EF4-FFF2-40B4-BE49-F238E27FC236}">
                <a16:creationId xmlns:a16="http://schemas.microsoft.com/office/drawing/2014/main" id="{343AE12E-185A-DA37-7612-B8E738CD5160}"/>
              </a:ext>
            </a:extLst>
          </p:cNvPr>
          <p:cNvSpPr>
            <a:spLocks noGrp="1"/>
          </p:cNvSpPr>
          <p:nvPr>
            <p:ph type="dt" sz="half" idx="10"/>
          </p:nvPr>
        </p:nvSpPr>
        <p:spPr/>
        <p:txBody>
          <a:bodyPr/>
          <a:lstStyle/>
          <a:p>
            <a:fld id="{927C0DEB-4AE1-EA4D-826D-E3C22802B942}" type="datetime1">
              <a:rPr lang="en-US" smtClean="0"/>
              <a:t>8/7/2026</a:t>
            </a:fld>
            <a:endParaRPr lang="en-US" dirty="0"/>
          </a:p>
        </p:txBody>
      </p:sp>
      <p:sp>
        <p:nvSpPr>
          <p:cNvPr id="6" name="Slide Number Placeholder 5">
            <a:extLst>
              <a:ext uri="{FF2B5EF4-FFF2-40B4-BE49-F238E27FC236}">
                <a16:creationId xmlns:a16="http://schemas.microsoft.com/office/drawing/2014/main" id="{CC695A79-4450-29C3-1948-3B4ADA45F2FA}"/>
              </a:ext>
            </a:extLst>
          </p:cNvPr>
          <p:cNvSpPr>
            <a:spLocks noGrp="1"/>
          </p:cNvSpPr>
          <p:nvPr>
            <p:ph type="sldNum" sz="quarter" idx="12"/>
          </p:nvPr>
        </p:nvSpPr>
        <p:spPr/>
        <p:txBody>
          <a:bodyPr/>
          <a:lstStyle/>
          <a:p>
            <a:fld id="{CC057153-B650-4DEB-B370-79DDCFDCE934}" type="slidenum">
              <a:rPr lang="en-US" smtClean="0"/>
              <a:pPr/>
              <a:t>16</a:t>
            </a:fld>
            <a:endParaRPr lang="en-US" dirty="0"/>
          </a:p>
        </p:txBody>
      </p:sp>
    </p:spTree>
    <p:extLst>
      <p:ext uri="{BB962C8B-B14F-4D97-AF65-F5344CB8AC3E}">
        <p14:creationId xmlns:p14="http://schemas.microsoft.com/office/powerpoint/2010/main" val="11241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E965D-4090-473B-3ACB-1FF880252D53}"/>
              </a:ext>
            </a:extLst>
          </p:cNvPr>
          <p:cNvSpPr>
            <a:spLocks noGrp="1"/>
          </p:cNvSpPr>
          <p:nvPr>
            <p:ph type="title"/>
          </p:nvPr>
        </p:nvSpPr>
        <p:spPr/>
        <p:txBody>
          <a:bodyPr/>
          <a:lstStyle/>
          <a:p>
            <a:r>
              <a:rPr lang="en-SG" dirty="0"/>
              <a:t>KUBERNATES</a:t>
            </a:r>
          </a:p>
        </p:txBody>
      </p:sp>
      <p:sp>
        <p:nvSpPr>
          <p:cNvPr id="3" name="Footer Placeholder 2">
            <a:extLst>
              <a:ext uri="{FF2B5EF4-FFF2-40B4-BE49-F238E27FC236}">
                <a16:creationId xmlns:a16="http://schemas.microsoft.com/office/drawing/2014/main" id="{CBFDBF2C-A9B0-8AA4-AC8D-62E91AFDA74F}"/>
              </a:ext>
            </a:extLst>
          </p:cNvPr>
          <p:cNvSpPr>
            <a:spLocks noGrp="1"/>
          </p:cNvSpPr>
          <p:nvPr>
            <p:ph type="ftr" sz="quarter" idx="11"/>
          </p:nvPr>
        </p:nvSpPr>
        <p:spPr/>
        <p:txBody>
          <a:bodyPr/>
          <a:lstStyle/>
          <a:p>
            <a:r>
              <a:rPr lang="en-US"/>
              <a:t>SAMPLE FOOTER TEXT</a:t>
            </a:r>
            <a:endParaRPr lang="en-US" dirty="0"/>
          </a:p>
        </p:txBody>
      </p:sp>
      <p:sp>
        <p:nvSpPr>
          <p:cNvPr id="4" name="Content Placeholder 3">
            <a:extLst>
              <a:ext uri="{FF2B5EF4-FFF2-40B4-BE49-F238E27FC236}">
                <a16:creationId xmlns:a16="http://schemas.microsoft.com/office/drawing/2014/main" id="{6AD87317-5933-0CAA-F79E-2D034BEDB7F1}"/>
              </a:ext>
            </a:extLst>
          </p:cNvPr>
          <p:cNvSpPr>
            <a:spLocks noGrp="1"/>
          </p:cNvSpPr>
          <p:nvPr>
            <p:ph sz="quarter" idx="13"/>
          </p:nvPr>
        </p:nvSpPr>
        <p:spPr/>
        <p:txBody>
          <a:bodyPr/>
          <a:lstStyle/>
          <a:p>
            <a:r>
              <a:rPr lang="en-SG" dirty="0"/>
              <a:t>The containers are orchestrated using Kubernetes, which automates deployment, scaling, load balancing, and recovery of application services. Kubernetes continuously monitors the desired state of the system and automatically replaces failed Pods, ensuring high availability and fault tolerance. The orchestration platform also enables the application to scale horizontally by creating additional Pods when system workload increases.</a:t>
            </a:r>
          </a:p>
        </p:txBody>
      </p:sp>
      <p:sp>
        <p:nvSpPr>
          <p:cNvPr id="5" name="Date Placeholder 4">
            <a:extLst>
              <a:ext uri="{FF2B5EF4-FFF2-40B4-BE49-F238E27FC236}">
                <a16:creationId xmlns:a16="http://schemas.microsoft.com/office/drawing/2014/main" id="{D7BA2CB4-5E1A-47C5-AF47-1670ED5E2786}"/>
              </a:ext>
            </a:extLst>
          </p:cNvPr>
          <p:cNvSpPr>
            <a:spLocks noGrp="1"/>
          </p:cNvSpPr>
          <p:nvPr>
            <p:ph type="dt" sz="half" idx="10"/>
          </p:nvPr>
        </p:nvSpPr>
        <p:spPr/>
        <p:txBody>
          <a:bodyPr/>
          <a:lstStyle/>
          <a:p>
            <a:fld id="{927C0DEB-4AE1-EA4D-826D-E3C22802B942}" type="datetime1">
              <a:rPr lang="en-US" smtClean="0"/>
              <a:t>8/7/2026</a:t>
            </a:fld>
            <a:endParaRPr lang="en-US" dirty="0"/>
          </a:p>
        </p:txBody>
      </p:sp>
      <p:sp>
        <p:nvSpPr>
          <p:cNvPr id="6" name="Slide Number Placeholder 5">
            <a:extLst>
              <a:ext uri="{FF2B5EF4-FFF2-40B4-BE49-F238E27FC236}">
                <a16:creationId xmlns:a16="http://schemas.microsoft.com/office/drawing/2014/main" id="{7C657453-E11C-0613-6818-E8E2759F04E5}"/>
              </a:ext>
            </a:extLst>
          </p:cNvPr>
          <p:cNvSpPr>
            <a:spLocks noGrp="1"/>
          </p:cNvSpPr>
          <p:nvPr>
            <p:ph type="sldNum" sz="quarter" idx="12"/>
          </p:nvPr>
        </p:nvSpPr>
        <p:spPr/>
        <p:txBody>
          <a:bodyPr/>
          <a:lstStyle/>
          <a:p>
            <a:fld id="{CC057153-B650-4DEB-B370-79DDCFDCE934}" type="slidenum">
              <a:rPr lang="en-US" smtClean="0"/>
              <a:pPr/>
              <a:t>17</a:t>
            </a:fld>
            <a:endParaRPr lang="en-US" dirty="0"/>
          </a:p>
        </p:txBody>
      </p:sp>
    </p:spTree>
    <p:extLst>
      <p:ext uri="{BB962C8B-B14F-4D97-AF65-F5344CB8AC3E}">
        <p14:creationId xmlns:p14="http://schemas.microsoft.com/office/powerpoint/2010/main" val="1329182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37CEC-6158-B98D-E621-287B87B304CE}"/>
              </a:ext>
            </a:extLst>
          </p:cNvPr>
          <p:cNvSpPr>
            <a:spLocks noGrp="1"/>
          </p:cNvSpPr>
          <p:nvPr>
            <p:ph type="title"/>
          </p:nvPr>
        </p:nvSpPr>
        <p:spPr>
          <a:xfrm>
            <a:off x="6400800" y="786384"/>
            <a:ext cx="4668637" cy="1168937"/>
          </a:xfrm>
        </p:spPr>
        <p:txBody>
          <a:bodyPr>
            <a:normAutofit fontScale="90000"/>
          </a:bodyPr>
          <a:lstStyle/>
          <a:p>
            <a:r>
              <a:rPr lang="en-SG" dirty="0"/>
              <a:t>ISSUES AND LIMITATIONS</a:t>
            </a:r>
          </a:p>
        </p:txBody>
      </p:sp>
      <p:sp>
        <p:nvSpPr>
          <p:cNvPr id="3" name="Footer Placeholder 2">
            <a:extLst>
              <a:ext uri="{FF2B5EF4-FFF2-40B4-BE49-F238E27FC236}">
                <a16:creationId xmlns:a16="http://schemas.microsoft.com/office/drawing/2014/main" id="{1C599535-6C0F-FFB9-1F4E-44732071D903}"/>
              </a:ext>
            </a:extLst>
          </p:cNvPr>
          <p:cNvSpPr>
            <a:spLocks noGrp="1"/>
          </p:cNvSpPr>
          <p:nvPr>
            <p:ph type="ftr" sz="quarter" idx="15"/>
          </p:nvPr>
        </p:nvSpPr>
        <p:spPr/>
        <p:txBody>
          <a:bodyPr/>
          <a:lstStyle/>
          <a:p>
            <a:r>
              <a:rPr lang="en-US"/>
              <a:t>SAMPLE FOOTER TEXT</a:t>
            </a:r>
            <a:endParaRPr lang="en-US" dirty="0"/>
          </a:p>
        </p:txBody>
      </p:sp>
      <p:pic>
        <p:nvPicPr>
          <p:cNvPr id="9" name="Picture Placeholder 8">
            <a:extLst>
              <a:ext uri="{FF2B5EF4-FFF2-40B4-BE49-F238E27FC236}">
                <a16:creationId xmlns:a16="http://schemas.microsoft.com/office/drawing/2014/main" id="{350D2366-D80C-18EB-A647-264563A84C73}"/>
              </a:ext>
            </a:extLst>
          </p:cNvPr>
          <p:cNvPicPr>
            <a:picLocks noGrp="1" noChangeAspect="1"/>
          </p:cNvPicPr>
          <p:nvPr>
            <p:ph type="pic" sz="quarter" idx="13"/>
          </p:nvPr>
        </p:nvPicPr>
        <p:blipFill>
          <a:blip r:embed="rId2"/>
          <a:srcRect l="6434" r="6434"/>
          <a:stretch/>
        </p:blipFill>
        <p:spPr>
          <a:prstGeom prst="rect">
            <a:avLst/>
          </a:prstGeom>
          <a:blipFill dpi="0" rotWithShape="1">
            <a:blip r:embed="rId3">
              <a:alphaModFix amt="20000"/>
              <a:extLst>
                <a:ext uri="{BEBA8EAE-BF5A-486C-A8C5-ECC9F3942E4B}">
                  <a14:imgProps xmlns:a14="http://schemas.microsoft.com/office/drawing/2010/main">
                    <a14:imgLayer r:embed="rId4">
                      <a14:imgEffect>
                        <a14:saturation sat="0"/>
                      </a14:imgEffect>
                      <a14:imgEffect>
                        <a14:brightnessContrast bright="-27000" contrast="59000"/>
                      </a14:imgEffect>
                    </a14:imgLayer>
                  </a14:imgProps>
                </a:ext>
              </a:extLst>
            </a:blip>
            <a:srcRect/>
            <a:stretch>
              <a:fillRect l="52" t="75" r="1"/>
            </a:stretch>
          </a:blipFill>
        </p:spPr>
      </p:pic>
      <p:sp>
        <p:nvSpPr>
          <p:cNvPr id="5" name="Text Placeholder 4">
            <a:extLst>
              <a:ext uri="{FF2B5EF4-FFF2-40B4-BE49-F238E27FC236}">
                <a16:creationId xmlns:a16="http://schemas.microsoft.com/office/drawing/2014/main" id="{AE237FAB-451C-AA19-4CE1-7461D379C840}"/>
              </a:ext>
            </a:extLst>
          </p:cNvPr>
          <p:cNvSpPr>
            <a:spLocks noGrp="1"/>
          </p:cNvSpPr>
          <p:nvPr>
            <p:ph type="body" sz="quarter" idx="17"/>
          </p:nvPr>
        </p:nvSpPr>
        <p:spPr>
          <a:xfrm>
            <a:off x="6395599" y="2685691"/>
            <a:ext cx="4668641" cy="3358492"/>
          </a:xfrm>
        </p:spPr>
        <p:txBody>
          <a:bodyPr>
            <a:normAutofit/>
          </a:bodyPr>
          <a:lstStyle/>
          <a:p>
            <a:r>
              <a:rPr lang="en-SG" dirty="0"/>
              <a:t>The system uses a CSV dataset to simulate IoT sensor data instead of real sensors, so it may not fully represent real-world conditions. The machine learning model is also trained on a limited dataset, which may affect its accuracy when new or different data is used.</a:t>
            </a:r>
          </a:p>
          <a:p>
            <a:endParaRPr lang="en-SG" dirty="0"/>
          </a:p>
        </p:txBody>
      </p:sp>
      <p:sp>
        <p:nvSpPr>
          <p:cNvPr id="6" name="Date Placeholder 5">
            <a:extLst>
              <a:ext uri="{FF2B5EF4-FFF2-40B4-BE49-F238E27FC236}">
                <a16:creationId xmlns:a16="http://schemas.microsoft.com/office/drawing/2014/main" id="{1ED10475-0B6F-B758-429F-25A827BC460A}"/>
              </a:ext>
            </a:extLst>
          </p:cNvPr>
          <p:cNvSpPr>
            <a:spLocks noGrp="1"/>
          </p:cNvSpPr>
          <p:nvPr>
            <p:ph type="dt" sz="half" idx="14"/>
          </p:nvPr>
        </p:nvSpPr>
        <p:spPr/>
        <p:txBody>
          <a:bodyPr/>
          <a:lstStyle/>
          <a:p>
            <a:fld id="{FF5D23C8-9820-654D-9C1E-FE1FC23DA807}" type="datetime1">
              <a:rPr lang="en-US" smtClean="0"/>
              <a:t>8/7/2026</a:t>
            </a:fld>
            <a:endParaRPr lang="en-US" dirty="0"/>
          </a:p>
        </p:txBody>
      </p:sp>
      <p:sp>
        <p:nvSpPr>
          <p:cNvPr id="7" name="Slide Number Placeholder 6">
            <a:extLst>
              <a:ext uri="{FF2B5EF4-FFF2-40B4-BE49-F238E27FC236}">
                <a16:creationId xmlns:a16="http://schemas.microsoft.com/office/drawing/2014/main" id="{C07EC82B-0AC5-0E2C-E83D-20E770C39FBA}"/>
              </a:ext>
            </a:extLst>
          </p:cNvPr>
          <p:cNvSpPr>
            <a:spLocks noGrp="1"/>
          </p:cNvSpPr>
          <p:nvPr>
            <p:ph type="sldNum" sz="quarter" idx="16"/>
          </p:nvPr>
        </p:nvSpPr>
        <p:spPr/>
        <p:txBody>
          <a:bodyPr/>
          <a:lstStyle/>
          <a:p>
            <a:fld id="{CC057153-B650-4DEB-B370-79DDCFDCE934}" type="slidenum">
              <a:rPr lang="en-US" smtClean="0"/>
              <a:pPr/>
              <a:t>18</a:t>
            </a:fld>
            <a:endParaRPr lang="en-US" dirty="0"/>
          </a:p>
        </p:txBody>
      </p:sp>
    </p:spTree>
    <p:extLst>
      <p:ext uri="{BB962C8B-B14F-4D97-AF65-F5344CB8AC3E}">
        <p14:creationId xmlns:p14="http://schemas.microsoft.com/office/powerpoint/2010/main" val="2707918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F8DD1-7479-764A-DF22-CB34F7461435}"/>
              </a:ext>
            </a:extLst>
          </p:cNvPr>
          <p:cNvSpPr>
            <a:spLocks noGrp="1"/>
          </p:cNvSpPr>
          <p:nvPr>
            <p:ph type="ctrTitle"/>
          </p:nvPr>
        </p:nvSpPr>
        <p:spPr>
          <a:xfrm>
            <a:off x="3855719" y="1605914"/>
            <a:ext cx="4609407" cy="2252577"/>
          </a:xfrm>
        </p:spPr>
        <p:txBody>
          <a:bodyPr/>
          <a:lstStyle/>
          <a:p>
            <a:r>
              <a:rPr lang="en-SG" dirty="0"/>
              <a:t>THANK YOU</a:t>
            </a:r>
          </a:p>
        </p:txBody>
      </p:sp>
    </p:spTree>
    <p:extLst>
      <p:ext uri="{BB962C8B-B14F-4D97-AF65-F5344CB8AC3E}">
        <p14:creationId xmlns:p14="http://schemas.microsoft.com/office/powerpoint/2010/main" val="1247991930"/>
      </p:ext>
    </p:extLst>
  </p:cSld>
  <p:clrMapOvr>
    <a:masterClrMapping/>
  </p:clrMapOvr>
</p:sld>
</file>

<file path=ppt/theme/theme1.xml><?xml version="1.0" encoding="utf-8"?>
<a:theme xmlns:a="http://schemas.openxmlformats.org/drawingml/2006/main" name="Circinate">
  <a:themeElements>
    <a:clrScheme name="Custom 9">
      <a:dk1>
        <a:srgbClr val="2C2F21"/>
      </a:dk1>
      <a:lt1>
        <a:srgbClr val="EBE3D8"/>
      </a:lt1>
      <a:dk2>
        <a:srgbClr val="000000"/>
      </a:dk2>
      <a:lt2>
        <a:srgbClr val="FFFFFF"/>
      </a:lt2>
      <a:accent1>
        <a:srgbClr val="625D3F"/>
      </a:accent1>
      <a:accent2>
        <a:srgbClr val="0E273F"/>
      </a:accent2>
      <a:accent3>
        <a:srgbClr val="C9C4BE"/>
      </a:accent3>
      <a:accent4>
        <a:srgbClr val="A39481"/>
      </a:accent4>
      <a:accent5>
        <a:srgbClr val="2C1E20"/>
      </a:accent5>
      <a:accent6>
        <a:srgbClr val="E8E8E8"/>
      </a:accent6>
      <a:hlink>
        <a:srgbClr val="467886"/>
      </a:hlink>
      <a:folHlink>
        <a:srgbClr val="96607D"/>
      </a:folHlink>
    </a:clrScheme>
    <a:fontScheme name="Custom 22">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rcinate_CoPilot Layouts_win32_EF_v10" id="{57103A69-FC02-49FB-8E53-10BABFFCD93C}" vid="{B3D2483F-31ED-465D-9D6C-68F8665CCF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CEDABF-7176-4A42-8EF9-E5D4DD31FF6C}">
  <ds:schemaRefs>
    <ds:schemaRef ds:uri="http://schemas.microsoft.com/office/infopath/2007/PartnerControls"/>
    <ds:schemaRef ds:uri="http://purl.org/dc/terms/"/>
    <ds:schemaRef ds:uri="http://schemas.microsoft.com/office/2006/metadata/properties"/>
    <ds:schemaRef ds:uri="http://schemas.microsoft.com/office/2006/documentManagement/types"/>
    <ds:schemaRef ds:uri="http://purl.org/dc/dcmitype/"/>
    <ds:schemaRef ds:uri="http://schemas.openxmlformats.org/package/2006/metadata/core-properties"/>
    <ds:schemaRef ds:uri="http://www.w3.org/XML/1998/namespace"/>
    <ds:schemaRef ds:uri="230e9df3-be65-4c73-a93b-d1236ebd677e"/>
    <ds:schemaRef ds:uri="http://purl.org/dc/elements/1.1/"/>
    <ds:schemaRef ds:uri="16c05727-aa75-4e4a-9b5f-8a80a1165891"/>
    <ds:schemaRef ds:uri="71af3243-3dd4-4a8d-8c0d-dd76da1f02a5"/>
    <ds:schemaRef ds:uri="http://schemas.microsoft.com/sharepoint/v3"/>
  </ds:schemaRefs>
</ds:datastoreItem>
</file>

<file path=customXml/itemProps3.xml><?xml version="1.0" encoding="utf-8"?>
<ds:datastoreItem xmlns:ds="http://schemas.openxmlformats.org/officeDocument/2006/customXml" ds:itemID="{D3301439-688F-4D19-B908-B48B62C5607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{32446FC3-48EC-49A4-9FC9-82EF0C14EE09}2072efd3-9e25-4cdd-b63c-4f45856e1088-TF04e7500e-8796-4ab9-8c97-6eb5a495ab0a_win32</Template>
  <TotalTime>122</TotalTime>
  <Words>1022</Words>
  <Application>Microsoft Office PowerPoint</Application>
  <PresentationFormat>Widescreen</PresentationFormat>
  <Paragraphs>115</Paragraphs>
  <Slides>19</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Bahnschrift Light</vt:lpstr>
      <vt:lpstr>Circinate</vt:lpstr>
      <vt:lpstr>EGT307</vt:lpstr>
      <vt:lpstr>Problem Statement</vt:lpstr>
      <vt:lpstr>Relevance to the real world</vt:lpstr>
      <vt:lpstr>objectives</vt:lpstr>
      <vt:lpstr>Intended benefits</vt:lpstr>
      <vt:lpstr>Data sources</vt:lpstr>
      <vt:lpstr>SYSTEM ARCHITECTURE</vt:lpstr>
      <vt:lpstr>Diagram</vt:lpstr>
      <vt:lpstr>Sensor architecture</vt:lpstr>
      <vt:lpstr>DATA INGESTION</vt:lpstr>
      <vt:lpstr>DATABASE</vt:lpstr>
      <vt:lpstr>BACKEND API</vt:lpstr>
      <vt:lpstr>MACHINE LEARNING</vt:lpstr>
      <vt:lpstr>NOTIFICATION SERVICE</vt:lpstr>
      <vt:lpstr>FRONTEND DASHBOARD</vt:lpstr>
      <vt:lpstr>DOCKER</vt:lpstr>
      <vt:lpstr>KUBERNATES</vt:lpstr>
      <vt:lpstr>ISSUES AND LIMITATIONS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apple pine</dc:creator>
  <cp:lastModifiedBy>apple pine</cp:lastModifiedBy>
  <cp:revision>15</cp:revision>
  <dcterms:created xsi:type="dcterms:W3CDTF">2026-07-06T08:25:19Z</dcterms:created>
  <dcterms:modified xsi:type="dcterms:W3CDTF">2026-08-07T06:12:45Z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