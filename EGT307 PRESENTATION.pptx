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3"/>
  </p:notesMasterIdLst>
  <p:handoutMasterIdLst>
    <p:handoutMasterId r:id="rId24"/>
  </p:handoutMasterIdLst>
  <p:sldIdLst>
    <p:sldId id="264" r:id="rId5"/>
    <p:sldId id="272" r:id="rId6"/>
    <p:sldId id="287" r:id="rId7"/>
    <p:sldId id="279" r:id="rId8"/>
    <p:sldId id="280" r:id="rId9"/>
    <p:sldId id="289" r:id="rId10"/>
    <p:sldId id="277" r:id="rId11"/>
    <p:sldId id="299" r:id="rId12"/>
    <p:sldId id="295" r:id="rId13"/>
    <p:sldId id="296" r:id="rId14"/>
    <p:sldId id="297" r:id="rId15"/>
    <p:sldId id="283" r:id="rId16"/>
    <p:sldId id="294" r:id="rId17"/>
    <p:sldId id="300" r:id="rId18"/>
    <p:sldId id="301" r:id="rId19"/>
    <p:sldId id="302" r:id="rId20"/>
    <p:sldId id="298" r:id="rId21"/>
    <p:sldId id="27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4469"/>
  </p:normalViewPr>
  <p:slideViewPr>
    <p:cSldViewPr snapToGrid="0">
      <p:cViewPr varScale="1">
        <p:scale>
          <a:sx n="83" d="100"/>
          <a:sy n="83" d="100"/>
        </p:scale>
        <p:origin x="393" y="51"/>
      </p:cViewPr>
      <p:guideLst/>
    </p:cSldViewPr>
  </p:slideViewPr>
  <p:notesTextViewPr>
    <p:cViewPr>
      <p:scale>
        <a:sx n="1" d="1"/>
        <a:sy n="1" d="1"/>
      </p:scale>
      <p:origin x="0" y="0"/>
    </p:cViewPr>
  </p:notesTextViewPr>
  <p:sorterViewPr>
    <p:cViewPr>
      <p:scale>
        <a:sx n="100" d="100"/>
        <a:sy n="100" d="100"/>
      </p:scale>
      <p:origin x="0" y="-237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8/23/2026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8/23/2026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289849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7624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2402005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3781172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0.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microsoft.com/office/2007/relationships/hdphoto" Target="../media/hdphoto12.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microsoft.com/office/2007/relationships/hdphoto" Target="../media/hdphoto17.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855720" y="1605915"/>
            <a:ext cx="4480560" cy="2468880"/>
          </a:xfrm>
        </p:spPr>
        <p:txBody>
          <a:bodyPr anchor="b" anchorCtr="0">
            <a:normAutofit/>
          </a:bodyPr>
          <a:lstStyle>
            <a:lvl1pPr algn="ctr">
              <a:lnSpc>
                <a:spcPct val="100000"/>
              </a:lnSpc>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21480" y="4245427"/>
            <a:ext cx="3749040" cy="1463040"/>
          </a:xfrm>
        </p:spPr>
        <p:txBody>
          <a:bodyPr anchor="t" anchorCtr="0">
            <a:normAutofit/>
          </a:bodyPr>
          <a:lstStyle>
            <a:lvl1pPr marL="0" indent="0" algn="ctr">
              <a:buNone/>
              <a:defRPr sz="1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Oval 3">
            <a:extLst>
              <a:ext uri="{FF2B5EF4-FFF2-40B4-BE49-F238E27FC236}">
                <a16:creationId xmlns:a16="http://schemas.microsoft.com/office/drawing/2014/main" id="{185E30E4-6ABC-717D-EDA7-C6A92FCDB0F6}"/>
              </a:ext>
            </a:extLst>
          </p:cNvPr>
          <p:cNvSpPr>
            <a:spLocks noChangeAspect="1"/>
          </p:cNvSpPr>
          <p:nvPr userDrawn="1"/>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06B797E-AAB7-2FA3-8ADB-E0218F350D22}"/>
              </a:ext>
            </a:extLst>
          </p:cNvPr>
          <p:cNvCxnSpPr>
            <a:cxnSpLocks/>
          </p:cNvCxnSpPr>
          <p:nvPr/>
        </p:nvCxnSpPr>
        <p:spPr>
          <a:xfrm flipV="1">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E586E34-FF91-68B8-CAEC-F84AD2DEEDB2}"/>
              </a:ext>
            </a:extLst>
          </p:cNvPr>
          <p:cNvCxnSpPr>
            <a:cxnSpLocks/>
          </p:cNvCxnSpPr>
          <p:nvPr userDrawn="1"/>
        </p:nvCxnSpPr>
        <p:spPr>
          <a:xfrm flipV="1">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E8CCB10-9F99-49CE-839A-D1D1C8B51CC8}"/>
              </a:ext>
            </a:extLst>
          </p:cNvPr>
          <p:cNvGrpSpPr/>
          <p:nvPr userDrawn="1"/>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72BBAB3-D3B1-A927-AFB7-E23615F2CD5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A581A57-E7BF-DC2D-2E40-FD3FB95BA77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602E52-B25B-C787-B432-FAE138B19417}"/>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213978C-81F6-A536-CE48-A5BCDCD8424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3310469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accent3"/>
        </a:solidFill>
        <a:effectLst/>
      </p:bgPr>
    </p:bg>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1170C3BF-B703-4A66-2FFE-1FD2365D0D35}"/>
              </a:ext>
            </a:extLst>
          </p:cNvPr>
          <p:cNvSpPr>
            <a:spLocks noGrp="1"/>
          </p:cNvSpPr>
          <p:nvPr>
            <p:ph type="title"/>
          </p:nvPr>
        </p:nvSpPr>
        <p:spPr>
          <a:xfrm>
            <a:off x="1066800" y="640080"/>
            <a:ext cx="10058400" cy="777239"/>
          </a:xfrm>
        </p:spPr>
        <p:txBody>
          <a:bodyPr anchor="t"/>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6" name="Content Placeholder 15">
            <a:extLst>
              <a:ext uri="{FF2B5EF4-FFF2-40B4-BE49-F238E27FC236}">
                <a16:creationId xmlns:a16="http://schemas.microsoft.com/office/drawing/2014/main" id="{01884465-7638-4041-56EF-684A60E846D0}"/>
              </a:ext>
            </a:extLst>
          </p:cNvPr>
          <p:cNvSpPr>
            <a:spLocks noGrp="1"/>
          </p:cNvSpPr>
          <p:nvPr>
            <p:ph sz="quarter" idx="13"/>
          </p:nvPr>
        </p:nvSpPr>
        <p:spPr>
          <a:xfrm>
            <a:off x="1069848" y="1463040"/>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27C0DEB-4AE1-EA4D-826D-E3C22802B942}"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7" name="Group 6">
            <a:extLst>
              <a:ext uri="{FF2B5EF4-FFF2-40B4-BE49-F238E27FC236}">
                <a16:creationId xmlns:a16="http://schemas.microsoft.com/office/drawing/2014/main" id="{E5E13058-C9D5-FD2D-4E13-939A6700763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F2AF45BD-F4F0-4F29-C005-BA3BC8AF0A6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B8559CA-B25F-A779-165D-000F511BD53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76E1BB-25B4-D52E-01F1-44C64375D6F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9C388FC-A0B6-481D-BEB4-876D3CFC3F7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9505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accent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FE20B57-74C2-7AD8-6E07-D29EE6A60AB9}"/>
              </a:ext>
            </a:extLst>
          </p:cNvPr>
          <p:cNvSpPr>
            <a:spLocks noGrp="1"/>
          </p:cNvSpPr>
          <p:nvPr>
            <p:ph type="title"/>
          </p:nvPr>
        </p:nvSpPr>
        <p:spPr>
          <a:xfrm>
            <a:off x="1200912" y="4597404"/>
            <a:ext cx="9784077" cy="980435"/>
          </a:xfrm>
        </p:spPr>
        <p:txBody>
          <a:bodyPr anchor="b">
            <a:no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3" name="Text Placeholder 12">
            <a:extLst>
              <a:ext uri="{FF2B5EF4-FFF2-40B4-BE49-F238E27FC236}">
                <a16:creationId xmlns:a16="http://schemas.microsoft.com/office/drawing/2014/main" id="{B28025AC-332D-ADB0-3E96-03E4761BBC89}"/>
              </a:ext>
            </a:extLst>
          </p:cNvPr>
          <p:cNvSpPr>
            <a:spLocks noGrp="1"/>
          </p:cNvSpPr>
          <p:nvPr>
            <p:ph type="body" sz="quarter" idx="17"/>
          </p:nvPr>
        </p:nvSpPr>
        <p:spPr>
          <a:xfrm>
            <a:off x="1207008" y="5668963"/>
            <a:ext cx="9784842" cy="639762"/>
          </a:xfrm>
        </p:spPr>
        <p:txBody>
          <a:bodyPr>
            <a:normAutofit/>
          </a:bodyPr>
          <a:lstStyle>
            <a:lvl1pPr marL="0" indent="0">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808258" y="404999"/>
            <a:ext cx="10575485" cy="383680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667"/>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rot="5400000">
            <a:off x="10040831" y="4203335"/>
            <a:ext cx="3494314" cy="365125"/>
          </a:xfrm>
        </p:spPr>
        <p:txBody>
          <a:bodyPr/>
          <a:lstStyle>
            <a:lvl1pPr>
              <a:defRPr>
                <a:solidFill>
                  <a:schemeClr val="tx1"/>
                </a:solidFill>
              </a:defRPr>
            </a:lvl1pPr>
          </a:lstStyle>
          <a:p>
            <a:fld id="{86A42598-CA8F-5141-9F98-7018240FA786}" type="datetime1">
              <a:rPr lang="en-US" smtClean="0"/>
              <a:t>8/23/2026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F5904286-3DEB-9849-219D-A085C0024794}"/>
              </a:ext>
            </a:extLst>
          </p:cNvPr>
          <p:cNvCxnSpPr>
            <a:cxnSpLocks/>
          </p:cNvCxnSpPr>
          <p:nvPr/>
        </p:nvCxnSpPr>
        <p:spPr>
          <a:xfrm>
            <a:off x="803185" y="426735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FCF7D0C-5069-E36A-74BE-09B74A8BDF58}"/>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23A121A0-9E65-3E8B-DBB2-52D98873A8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B9F357-72AD-336C-0877-A0314E6529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373381C-AC31-FE63-FC5F-EFE48EAFF6B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3AEBC41-77CA-7255-DEC2-73C82A6D4E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005536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08D1A68-0FAC-B397-3F43-E7E6DB16F9D9}"/>
              </a:ext>
            </a:extLst>
          </p:cNvPr>
          <p:cNvSpPr>
            <a:spLocks noGrp="1"/>
          </p:cNvSpPr>
          <p:nvPr>
            <p:ph type="title"/>
          </p:nvPr>
        </p:nvSpPr>
        <p:spPr>
          <a:xfrm>
            <a:off x="6395598" y="1126010"/>
            <a:ext cx="4668639" cy="3478778"/>
          </a:xfrm>
        </p:spPr>
        <p:txBody>
          <a:bodyPr anchor="b">
            <a:normAutofit/>
          </a:bodyPr>
          <a:lstStyle>
            <a:lvl1pPr>
              <a:defRPr sz="4800"/>
            </a:lvl1pPr>
          </a:lstStyle>
          <a:p>
            <a:r>
              <a:rPr lang="en-US"/>
              <a:t>Click to edit Master title style</a:t>
            </a:r>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1" name="Text Placeholder 12">
            <a:extLst>
              <a:ext uri="{FF2B5EF4-FFF2-40B4-BE49-F238E27FC236}">
                <a16:creationId xmlns:a16="http://schemas.microsoft.com/office/drawing/2014/main" id="{94891711-2302-9D63-B25E-AF7AF07C3A86}"/>
              </a:ext>
            </a:extLst>
          </p:cNvPr>
          <p:cNvSpPr>
            <a:spLocks noGrp="1"/>
          </p:cNvSpPr>
          <p:nvPr>
            <p:ph type="body" sz="quarter" idx="17"/>
          </p:nvPr>
        </p:nvSpPr>
        <p:spPr>
          <a:xfrm>
            <a:off x="6395598" y="4731335"/>
            <a:ext cx="4668642" cy="1193728"/>
          </a:xfrm>
        </p:spPr>
        <p:txBody>
          <a:bodyPr>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8/23/2026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71415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accent3"/>
        </a:soli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E3D082D-5D35-2F9F-90C3-021CD2158B79}"/>
              </a:ext>
            </a:extLst>
          </p:cNvPr>
          <p:cNvSpPr>
            <a:spLocks noGrp="1"/>
          </p:cNvSpPr>
          <p:nvPr>
            <p:ph type="title"/>
          </p:nvPr>
        </p:nvSpPr>
        <p:spPr>
          <a:xfrm>
            <a:off x="1206418" y="782840"/>
            <a:ext cx="4572587" cy="3661142"/>
          </a:xfrm>
        </p:spPr>
        <p:txBody>
          <a:bodyPr>
            <a:normAutofit/>
          </a:bodyPr>
          <a:lstStyle>
            <a:lvl1pPr>
              <a:defRPr sz="4800"/>
            </a:lvl1pPr>
          </a:lstStyle>
          <a:p>
            <a:r>
              <a:rPr lang="en-US"/>
              <a:t>Click to edit Master title style</a:t>
            </a:r>
          </a:p>
        </p:txBody>
      </p:sp>
      <p:sp>
        <p:nvSpPr>
          <p:cNvPr id="5" name="Footer Placeholder 4">
            <a:extLst>
              <a:ext uri="{FF2B5EF4-FFF2-40B4-BE49-F238E27FC236}">
                <a16:creationId xmlns:a16="http://schemas.microsoft.com/office/drawing/2014/main" id="{D68AA1BC-11EF-D28B-C0E1-F2D685AF722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6" name="Text Placeholder 12">
            <a:extLst>
              <a:ext uri="{FF2B5EF4-FFF2-40B4-BE49-F238E27FC236}">
                <a16:creationId xmlns:a16="http://schemas.microsoft.com/office/drawing/2014/main" id="{5B07658D-2C15-0859-FC14-231204836C51}"/>
              </a:ext>
            </a:extLst>
          </p:cNvPr>
          <p:cNvSpPr>
            <a:spLocks noGrp="1"/>
          </p:cNvSpPr>
          <p:nvPr>
            <p:ph type="body" sz="quarter" idx="17"/>
          </p:nvPr>
        </p:nvSpPr>
        <p:spPr>
          <a:xfrm>
            <a:off x="1207008" y="4663439"/>
            <a:ext cx="4571996" cy="1380739"/>
          </a:xfrm>
        </p:spPr>
        <p:txBody>
          <a:bodyPr anchor="b">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565B300-A92A-F114-82AF-D815794F430F}"/>
              </a:ext>
            </a:extLst>
          </p:cNvPr>
          <p:cNvSpPr>
            <a:spLocks noGrp="1"/>
          </p:cNvSpPr>
          <p:nvPr>
            <p:ph type="pic" sz="quarter" idx="13" hasCustomPrompt="1"/>
          </p:nvPr>
        </p:nvSpPr>
        <p:spPr>
          <a:xfrm>
            <a:off x="6099048"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3697B55B-A218-74B5-0BEE-22235E9B8B72}"/>
              </a:ext>
            </a:extLst>
          </p:cNvPr>
          <p:cNvSpPr>
            <a:spLocks noGrp="1"/>
          </p:cNvSpPr>
          <p:nvPr>
            <p:ph type="dt" sz="half" idx="14"/>
          </p:nvPr>
        </p:nvSpPr>
        <p:spPr/>
        <p:txBody>
          <a:bodyPr/>
          <a:lstStyle>
            <a:lvl1pPr>
              <a:defRPr>
                <a:solidFill>
                  <a:schemeClr val="tx1"/>
                </a:solidFill>
              </a:defRPr>
            </a:lvl1pPr>
          </a:lstStyle>
          <a:p>
            <a:fld id="{763C345D-F56F-0743-AB88-4EB3E35EF63D}" type="datetime1">
              <a:rPr lang="en-US" smtClean="0"/>
              <a:t>8/23/2026</a:t>
            </a:fld>
            <a:endParaRPr lang="en-US" dirty="0"/>
          </a:p>
        </p:txBody>
      </p:sp>
      <p:sp>
        <p:nvSpPr>
          <p:cNvPr id="6" name="Slide Number Placeholder 5">
            <a:extLst>
              <a:ext uri="{FF2B5EF4-FFF2-40B4-BE49-F238E27FC236}">
                <a16:creationId xmlns:a16="http://schemas.microsoft.com/office/drawing/2014/main" id="{90210BF7-333F-24FE-D2DF-7331FF965889}"/>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BCC99E2D-452C-18BB-7BBF-6B7623C54B61}"/>
              </a:ext>
            </a:extLst>
          </p:cNvPr>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BEF9994A-73A8-CE11-7B98-7EA7C4CD1EA5}"/>
              </a:ext>
            </a:extLst>
          </p:cNvPr>
          <p:cNvGrpSpPr/>
          <p:nvPr userDrawn="1"/>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C7A9A682-C17C-6F60-46E3-F77E33DAF30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5C5B78E-1DDD-2C3B-5815-0AA0E821DF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1B8608-E98C-230E-455F-2EB092A04E7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AD2C4CF-5F74-8957-6184-413A56C8ED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9368828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DB7B0F2-3D52-79E2-8444-B82E34B568BA}"/>
              </a:ext>
            </a:extLst>
          </p:cNvPr>
          <p:cNvSpPr>
            <a:spLocks noGrp="1"/>
          </p:cNvSpPr>
          <p:nvPr>
            <p:ph type="title"/>
          </p:nvPr>
        </p:nvSpPr>
        <p:spPr>
          <a:xfrm>
            <a:off x="6400800" y="786384"/>
            <a:ext cx="4668637" cy="3460492"/>
          </a:xfrm>
        </p:spPr>
        <p:txBody>
          <a:bodyPr>
            <a:norm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6" name="Text Placeholder 12">
            <a:extLst>
              <a:ext uri="{FF2B5EF4-FFF2-40B4-BE49-F238E27FC236}">
                <a16:creationId xmlns:a16="http://schemas.microsoft.com/office/drawing/2014/main" id="{944F125D-7632-1E4B-E35B-4A1B552FC872}"/>
              </a:ext>
            </a:extLst>
          </p:cNvPr>
          <p:cNvSpPr>
            <a:spLocks noGrp="1"/>
          </p:cNvSpPr>
          <p:nvPr>
            <p:ph type="body" sz="quarter" idx="17"/>
          </p:nvPr>
        </p:nvSpPr>
        <p:spPr>
          <a:xfrm>
            <a:off x="6395599" y="4663439"/>
            <a:ext cx="4668641" cy="1380744"/>
          </a:xfrm>
        </p:spPr>
        <p:txBody>
          <a:bodyPr anchor="b">
            <a:normAutofit/>
          </a:bodyPr>
          <a:lstStyle>
            <a:lvl1pPr marL="0" indent="0">
              <a:buNone/>
              <a:defRPr sz="2000"/>
            </a:lvl1pPr>
          </a:lstStyle>
          <a:p>
            <a:pPr lvl="0"/>
            <a:r>
              <a:rPr lang="en-US"/>
              <a:t>Click to edit Master text styles</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8/23/2026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803573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08E949C-4552-505B-2374-1AD98378AB98}"/>
              </a:ext>
            </a:extLst>
          </p:cNvPr>
          <p:cNvSpPr>
            <a:spLocks noGrp="1"/>
          </p:cNvSpPr>
          <p:nvPr>
            <p:ph type="title"/>
          </p:nvPr>
        </p:nvSpPr>
        <p:spPr>
          <a:xfrm>
            <a:off x="1207007" y="786382"/>
            <a:ext cx="7589520" cy="3474721"/>
          </a:xfrm>
        </p:spPr>
        <p:txBody>
          <a:bodyPr>
            <a:noAutofit/>
          </a:bodyPr>
          <a:lstStyle>
            <a:lvl1pPr>
              <a:defRPr sz="7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Text Placeholder 12">
            <a:extLst>
              <a:ext uri="{FF2B5EF4-FFF2-40B4-BE49-F238E27FC236}">
                <a16:creationId xmlns:a16="http://schemas.microsoft.com/office/drawing/2014/main" id="{96AD6200-A62D-83E5-67FF-7C9D21BC40D3}"/>
              </a:ext>
            </a:extLst>
          </p:cNvPr>
          <p:cNvSpPr>
            <a:spLocks noGrp="1"/>
          </p:cNvSpPr>
          <p:nvPr>
            <p:ph type="body" sz="quarter" idx="17"/>
          </p:nvPr>
        </p:nvSpPr>
        <p:spPr>
          <a:xfrm>
            <a:off x="1207007" y="4480561"/>
            <a:ext cx="6655519" cy="1563618"/>
          </a:xfrm>
        </p:spPr>
        <p:txBody>
          <a:bodyPr anchor="b">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5594B28A-4C74-C14A-960D-ABD28BCC0EB4}"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FFF68E49-FB2F-EE46-BBC5-687EFFAC5B44}"/>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3A684535-D8D6-3C5C-2F48-CF561A53589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53CEFA-651F-E217-0B0C-E52881B35E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1F9794-829E-FFF3-35B9-FBE5704507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C86891-1380-AD13-7BB7-52F437FF17F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293156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Ref idx="1001">
        <a:schemeClr val="bg1"/>
      </p:bgRef>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89E9313-4D10-F4B7-8D91-79EDA5D77209}"/>
              </a:ext>
            </a:extLst>
          </p:cNvPr>
          <p:cNvSpPr>
            <a:spLocks noGrp="1"/>
          </p:cNvSpPr>
          <p:nvPr>
            <p:ph type="title"/>
          </p:nvPr>
        </p:nvSpPr>
        <p:spPr>
          <a:xfrm>
            <a:off x="1207004" y="1073329"/>
            <a:ext cx="7876287" cy="3592629"/>
          </a:xfrm>
        </p:spPr>
        <p:txBody>
          <a:bodyPr anchor="b">
            <a:normAutofit/>
          </a:bodyPr>
          <a:lstStyle>
            <a:lvl1pPr>
              <a:defRPr sz="72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10" name="Text Placeholder 12">
            <a:extLst>
              <a:ext uri="{FF2B5EF4-FFF2-40B4-BE49-F238E27FC236}">
                <a16:creationId xmlns:a16="http://schemas.microsoft.com/office/drawing/2014/main" id="{9CF64426-6D11-A40D-4E5E-20B779D81EA7}"/>
              </a:ext>
            </a:extLst>
          </p:cNvPr>
          <p:cNvSpPr>
            <a:spLocks noGrp="1"/>
          </p:cNvSpPr>
          <p:nvPr>
            <p:ph type="body" sz="quarter" idx="17"/>
          </p:nvPr>
        </p:nvSpPr>
        <p:spPr>
          <a:xfrm>
            <a:off x="1207007" y="4715111"/>
            <a:ext cx="7375466" cy="1014984"/>
          </a:xfrm>
        </p:spPr>
        <p:txBody>
          <a:bodyPr anchor="t">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8CCD23C-B1EB-604C-96F1-0CF64015D152}"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54162085-B82B-D70C-0D7A-22C4D7233FBB}"/>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9B9AC621-2F3F-131D-52E8-A4984237541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3C01039-2702-D6CF-0CAF-7BDB73F165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76C98EB-F220-E16C-9F07-94D78E1A08D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F953B0C-5FF3-5CCF-848F-BB45DDA545A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03002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295400" y="1005840"/>
            <a:ext cx="9601200" cy="2621154"/>
          </a:xfrm>
        </p:spPr>
        <p:txBody>
          <a:bodyPr anchor="b" anchorCtr="0">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295400" y="3749039"/>
            <a:ext cx="9601200" cy="2103120"/>
          </a:xfrm>
        </p:spPr>
        <p:txBody>
          <a:bodyPr anchor="t" anchorCtr="0">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BE11430-0446-F343-817C-D9D2C78891B0}"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E52FAD7B-9B0A-857E-5CD0-3E3F44C18648}"/>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C00D7A0C-A4FC-D6C3-FB54-CEA8FB8E533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A9338F-57CD-1C5E-080E-1648C5C9F9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DEB5BD-7064-53F1-55A5-85BC50666D0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943BB38-B6FB-D943-9359-FE7ED3ABB29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526620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2103120"/>
            <a:ext cx="3931920" cy="2011680"/>
          </a:xfrm>
        </p:spPr>
        <p:txBody>
          <a:bodyPr anchor="b" anchorCtr="0">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724400" y="4177393"/>
            <a:ext cx="2743200" cy="1097280"/>
          </a:xfrm>
        </p:spPr>
        <p:txBody>
          <a:bodyPr anchor="t" anchorCtr="0">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9" name="Group 8">
            <a:extLst>
              <a:ext uri="{FF2B5EF4-FFF2-40B4-BE49-F238E27FC236}">
                <a16:creationId xmlns:a16="http://schemas.microsoft.com/office/drawing/2014/main" id="{8539BFE6-4C9C-5B1E-ED2D-D672723D9480}"/>
              </a:ext>
            </a:extLst>
          </p:cNvPr>
          <p:cNvGrpSpPr/>
          <p:nvPr userDrawn="1"/>
        </p:nvGrpSpPr>
        <p:grpSpPr>
          <a:xfrm>
            <a:off x="795290" y="400467"/>
            <a:ext cx="10603299" cy="6052793"/>
            <a:chOff x="795290" y="400467"/>
            <a:chExt cx="10603299" cy="6052793"/>
          </a:xfrm>
        </p:grpSpPr>
        <p:cxnSp>
          <p:nvCxnSpPr>
            <p:cNvPr id="10" name="Straight Connector 9">
              <a:extLst>
                <a:ext uri="{FF2B5EF4-FFF2-40B4-BE49-F238E27FC236}">
                  <a16:creationId xmlns:a16="http://schemas.microsoft.com/office/drawing/2014/main" id="{8E4F5756-0D00-A0C9-4813-70C9B7C191EE}"/>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2B78D9-04A0-2DE2-227F-950F1640461C}"/>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1CFAC1-EF4C-3A94-56C0-11F4FA3BBF8D}"/>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8629CBD-3927-3D28-1F30-9F6EA7453827}"/>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588387A3-E4C6-1FA3-B53D-8321DABF7F57}"/>
              </a:ext>
            </a:extLst>
          </p:cNvPr>
          <p:cNvSpPr/>
          <p:nvPr userDrawn="1"/>
        </p:nvSpPr>
        <p:spPr>
          <a:xfrm>
            <a:off x="3635480" y="966343"/>
            <a:ext cx="4921041" cy="4921041"/>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CD347A20-E5CE-D48A-532A-43A9AE6D845E}"/>
              </a:ext>
            </a:extLst>
          </p:cNvPr>
          <p:cNvGrpSpPr/>
          <p:nvPr userDrawn="1"/>
        </p:nvGrpSpPr>
        <p:grpSpPr>
          <a:xfrm>
            <a:off x="803185" y="0"/>
            <a:ext cx="10585629" cy="6858000"/>
            <a:chOff x="803185" y="0"/>
            <a:chExt cx="10585629" cy="6858000"/>
          </a:xfrm>
        </p:grpSpPr>
        <p:cxnSp>
          <p:nvCxnSpPr>
            <p:cNvPr id="17" name="Straight Connector 16">
              <a:extLst>
                <a:ext uri="{FF2B5EF4-FFF2-40B4-BE49-F238E27FC236}">
                  <a16:creationId xmlns:a16="http://schemas.microsoft.com/office/drawing/2014/main" id="{010530ED-939C-9AE3-E2AA-C67A3BAE230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1E0B585-5421-AB6C-F2B4-387F4FCC3B8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59087-71C3-F7D4-40F9-C5030341EBF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11F614F-4E8C-C510-F9CA-18D5C8F8000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8820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209800" y="1143000"/>
            <a:ext cx="7772400" cy="4572000"/>
          </a:xfrm>
        </p:spPr>
        <p:txBody>
          <a:bodyPr anchor="ctr" anchorCtr="0">
            <a:normAutofit/>
          </a:bodyPr>
          <a:lstStyle>
            <a:lvl1pPr algn="ctr">
              <a:defRPr sz="60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BC9FF77-C2BC-3842-9757-C2EBADB34099}"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48F319F3-7ADB-A297-31E7-B4ECAED75F6F}"/>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9342D09D-B576-2CDA-0E02-F693119B459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FE4725A-AB5F-A233-599A-4D9D5792EF7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E93BF32-D165-B68D-46A9-E4857CC06E9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FA350C-9C20-0040-6C52-924473C264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330878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010D0AB2-23BC-3043-AC30-5928E542C0CE}"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364D07C-30EB-180E-ECA5-7D994FB6B458}"/>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1ADA6AEC-ECB3-F1C7-E764-B8ADFE06411F}"/>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80DB266-E37E-7698-DB7E-6D9E94BDFA72}"/>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219D4A54-15D9-3C99-7553-173F66B741B0}"/>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644712B6-CD65-6015-EC36-F8A05F355A6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82FE47-168D-894B-9992-69DDA276429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CB7F1E8-9C58-EB4B-7C58-F14781D8EA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20AA4AF-279E-969C-C602-1D4B7466E4B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56327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1645920"/>
            <a:ext cx="3931920" cy="356616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3EE24C61-4277-DA47-BF4A-DCEFD7F4C6B4}"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9" name="Group 8">
            <a:extLst>
              <a:ext uri="{FF2B5EF4-FFF2-40B4-BE49-F238E27FC236}">
                <a16:creationId xmlns:a16="http://schemas.microsoft.com/office/drawing/2014/main" id="{9B2419B5-61E2-FD73-4DC0-6BD4FEA22BC7}"/>
              </a:ext>
            </a:extLst>
          </p:cNvPr>
          <p:cNvGrpSpPr/>
          <p:nvPr/>
        </p:nvGrpSpPr>
        <p:grpSpPr>
          <a:xfrm>
            <a:off x="3357372" y="400050"/>
            <a:ext cx="5477256" cy="6053507"/>
            <a:chOff x="3357372" y="400050"/>
            <a:chExt cx="5477256" cy="6053507"/>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357372" y="690372"/>
              <a:ext cx="5477256" cy="5477256"/>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90D9250-FE41-6A62-63E0-45557F7A8217}"/>
                </a:ext>
              </a:extLst>
            </p:cNvPr>
            <p:cNvCxnSpPr>
              <a:cxnSpLocks/>
            </p:cNvCxnSpPr>
            <p:nvPr/>
          </p:nvCxnSpPr>
          <p:spPr>
            <a:xfrm>
              <a:off x="6096000" y="400050"/>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FB5D07D-F48B-B558-CC22-73A8D1D25CEC}"/>
                </a:ext>
              </a:extLst>
            </p:cNvPr>
            <p:cNvCxnSpPr>
              <a:cxnSpLocks/>
            </p:cNvCxnSpPr>
            <p:nvPr/>
          </p:nvCxnSpPr>
          <p:spPr>
            <a:xfrm>
              <a:off x="6096000" y="6163235"/>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1A553EE4-7656-051D-B9EA-5CE4DF67F1BC}"/>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B995F0C-E3CB-71F5-AA4A-3E0C2250F6D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4E96190-C8C5-5A5E-583F-A1FA14CA530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33EFCA-48D0-CA03-8F58-5201249ED94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8BC0BD-74F3-CF74-E3F6-B1AB0632536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127381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53D1C53B-D534-AA48-85B3-4F5B03DDCBA8}"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5B1BE2BD-7F8B-7C22-CFB1-672436A435C5}"/>
              </a:ext>
            </a:extLst>
          </p:cNvPr>
          <p:cNvCxnSpPr>
            <a:cxnSpLocks/>
            <a:endCxn id="8" idx="0"/>
          </p:cNvCxnSpPr>
          <p:nvPr/>
        </p:nvCxnSpPr>
        <p:spPr>
          <a:xfrm>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3605ED7-A153-EC6F-5FAD-36B4B4358E06}"/>
              </a:ext>
            </a:extLst>
          </p:cNvPr>
          <p:cNvCxnSpPr>
            <a:cxnSpLocks/>
            <a:stCxn id="8" idx="4"/>
          </p:cNvCxnSpPr>
          <p:nvPr/>
        </p:nvCxnSpPr>
        <p:spPr>
          <a:xfrm>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3C8215DB-D097-7C38-9C71-D1CFEFEF6A85}"/>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0A25622-E70C-87A2-8948-57015501A77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BC90E86-9351-B357-1E5C-6FFBE66DCF8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002D9F6-1ABE-59A5-65EE-083DC0F5BBAD}"/>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5F9938-96CE-D789-BC11-3480B8489FD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591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255032" y="862335"/>
            <a:ext cx="4389120" cy="512064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47100" y="816615"/>
            <a:ext cx="4389120" cy="5212080"/>
          </a:xfrm>
        </p:spPr>
        <p:txBody>
          <a:bodyPr anchor="ctr" anchorCtr="0">
            <a:normAutofit/>
          </a:bodyPr>
          <a:lstStyle>
            <a:lvl1pPr marL="285750" indent="-285750">
              <a:buFont typeface="Arial" panose="020B0604020202020204" pitchFamily="34" charset="0"/>
              <a:buChar char="•"/>
              <a:defRPr sz="1800">
                <a:solidFill>
                  <a:schemeClr val="tx1"/>
                </a:solidFill>
              </a:defRPr>
            </a:lvl1pPr>
            <a:lvl2pPr marL="514350" indent="-285750">
              <a:buFont typeface="Arial" panose="020B0604020202020204" pitchFamily="34" charset="0"/>
              <a:buChar char="•"/>
              <a:defRPr sz="16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B2A7CB4E-BD8C-8E4D-91FF-B1939559C134}" type="datetime1">
              <a:rPr lang="en-US" smtClean="0"/>
              <a:t>8/23/2026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97BF5B-32BC-BBD0-CF2F-278F9759F7B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1B8C6683-0AEB-503B-BAF1-51DAAF22F62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2043B3-B90B-491D-9203-45C5F867EC8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AE574BD-DC36-6D57-B675-4DC205A2F99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0042C9-94A3-B61B-E948-DEAD329E857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2D93BD77-3686-B555-2FC0-ACF67E598393}"/>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406549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00623" y="822960"/>
            <a:ext cx="4342337" cy="2103120"/>
          </a:xfrm>
        </p:spPr>
        <p:txBody>
          <a:bodyPr anchor="t" anchorCtr="0">
            <a:normAutofit/>
          </a:bodyPr>
          <a:lstStyle>
            <a:lvl1pPr>
              <a:defRPr sz="40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89E984F9-2199-EBFA-F2CC-8763C190A20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6" name="Picture Placeholder 10">
            <a:extLst>
              <a:ext uri="{FF2B5EF4-FFF2-40B4-BE49-F238E27FC236}">
                <a16:creationId xmlns:a16="http://schemas.microsoft.com/office/drawing/2014/main" id="{3699909B-C939-96B1-BC6D-ADAB553102ED}"/>
              </a:ext>
            </a:extLst>
          </p:cNvPr>
          <p:cNvSpPr>
            <a:spLocks noGrp="1"/>
          </p:cNvSpPr>
          <p:nvPr>
            <p:ph type="pic" sz="quarter" idx="14" hasCustomPrompt="1"/>
          </p:nvPr>
        </p:nvSpPr>
        <p:spPr>
          <a:xfrm>
            <a:off x="804672"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 b="2"/>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00623" y="3834765"/>
            <a:ext cx="4343400" cy="2103120"/>
          </a:xfrm>
        </p:spPr>
        <p:txBody>
          <a:bodyPr>
            <a:normAutofit/>
          </a:bodyPr>
          <a:lstStyle>
            <a:lvl1pPr marL="285750" indent="-285750">
              <a:lnSpc>
                <a:spcPct val="150000"/>
              </a:lnSpc>
              <a:buFont typeface="Arial" panose="020B0604020202020204" pitchFamily="34" charset="0"/>
              <a:buChar char="•"/>
              <a:defRPr sz="1800">
                <a:solidFill>
                  <a:schemeClr val="tx1"/>
                </a:solidFill>
              </a:defRPr>
            </a:lvl1pPr>
            <a:lvl2pPr marL="514350" indent="-285750">
              <a:lnSpc>
                <a:spcPct val="150000"/>
              </a:lnSpc>
              <a:buFont typeface="Arial" panose="020B0604020202020204" pitchFamily="34" charset="0"/>
              <a:buChar char="•"/>
              <a:defRPr sz="1600">
                <a:solidFill>
                  <a:schemeClr val="tx1"/>
                </a:solidFill>
              </a:defRPr>
            </a:lvl2pPr>
            <a:lvl3pPr marL="742950" indent="-285750">
              <a:lnSpc>
                <a:spcPct val="150000"/>
              </a:lnSpc>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7D52F3B9-F3FC-C6BA-2D5C-232401B1DDB5}"/>
              </a:ext>
            </a:extLst>
          </p:cNvPr>
          <p:cNvSpPr>
            <a:spLocks noGrp="1"/>
          </p:cNvSpPr>
          <p:nvPr>
            <p:ph type="dt" sz="half" idx="15"/>
          </p:nvPr>
        </p:nvSpPr>
        <p:spPr/>
        <p:txBody>
          <a:bodyPr/>
          <a:lstStyle>
            <a:lvl1pPr>
              <a:defRPr>
                <a:solidFill>
                  <a:schemeClr val="tx1"/>
                </a:solidFill>
              </a:defRPr>
            </a:lvl1pPr>
          </a:lstStyle>
          <a:p>
            <a:fld id="{4142E188-D61A-9842-B8A2-1559B3399613}" type="datetime1">
              <a:rPr lang="en-US" smtClean="0"/>
              <a:t>8/23/2026</a:t>
            </a:fld>
            <a:endParaRPr lang="en-US" dirty="0"/>
          </a:p>
        </p:txBody>
      </p:sp>
      <p:sp>
        <p:nvSpPr>
          <p:cNvPr id="11" name="Slide Number Placeholder 10">
            <a:extLst>
              <a:ext uri="{FF2B5EF4-FFF2-40B4-BE49-F238E27FC236}">
                <a16:creationId xmlns:a16="http://schemas.microsoft.com/office/drawing/2014/main" id="{FAA914D9-9468-7038-39C3-3B639A66D86E}"/>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4" name="Group 13">
            <a:extLst>
              <a:ext uri="{FF2B5EF4-FFF2-40B4-BE49-F238E27FC236}">
                <a16:creationId xmlns:a16="http://schemas.microsoft.com/office/drawing/2014/main" id="{B20CE65A-BB1E-AC85-3441-39F20A18F2A5}"/>
              </a:ext>
            </a:extLst>
          </p:cNvPr>
          <p:cNvGrpSpPr/>
          <p:nvPr/>
        </p:nvGrpSpPr>
        <p:grpSpPr>
          <a:xfrm>
            <a:off x="6093848" y="402336"/>
            <a:ext cx="5297241" cy="6053328"/>
            <a:chOff x="6093848" y="402336"/>
            <a:chExt cx="5297241" cy="6053328"/>
          </a:xfrm>
        </p:grpSpPr>
        <p:cxnSp>
          <p:nvCxnSpPr>
            <p:cNvPr id="8" name="Straight Connector 7">
              <a:extLst>
                <a:ext uri="{FF2B5EF4-FFF2-40B4-BE49-F238E27FC236}">
                  <a16:creationId xmlns:a16="http://schemas.microsoft.com/office/drawing/2014/main" id="{0B186CB7-6AEB-B743-4514-FD48EC8624B1}"/>
                </a:ext>
              </a:extLst>
            </p:cNvPr>
            <p:cNvCxnSpPr>
              <a:cxnSpLocks/>
            </p:cNvCxnSpPr>
            <p:nvPr/>
          </p:nvCxnSpPr>
          <p:spPr>
            <a:xfrm flipH="1">
              <a:off x="6093848" y="3425476"/>
              <a:ext cx="52972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6BA0EC0-9334-E3BD-A943-2A6CE641D18A}"/>
                </a:ext>
              </a:extLst>
            </p:cNvPr>
            <p:cNvCxnSpPr/>
            <p:nvPr/>
          </p:nvCxnSpPr>
          <p:spPr>
            <a:xfrm>
              <a:off x="60997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E199F47-2C0A-4C3F-B557-642A89A02175}"/>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487DDCC1-3A31-C96B-B944-3D034E35CE5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521C807-39D4-D4AA-9527-8658CEF781D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2E28386-8201-E969-93C4-035054A6593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5476B2-B1B9-0305-3417-F5958B27BB8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9337864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Content Placeholder 9">
            <a:extLst>
              <a:ext uri="{FF2B5EF4-FFF2-40B4-BE49-F238E27FC236}">
                <a16:creationId xmlns:a16="http://schemas.microsoft.com/office/drawing/2014/main" id="{E79C5E13-DAC4-195E-1928-8B3D9E93B84D}"/>
              </a:ext>
            </a:extLst>
          </p:cNvPr>
          <p:cNvSpPr>
            <a:spLocks noGrp="1"/>
          </p:cNvSpPr>
          <p:nvPr>
            <p:ph sz="quarter" idx="14"/>
          </p:nvPr>
        </p:nvSpPr>
        <p:spPr>
          <a:xfrm>
            <a:off x="6604000" y="2184400"/>
            <a:ext cx="4298950" cy="2468563"/>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D0C1909-8EA0-3E44-B1AC-A9EA56584238}"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5D4AF90E-26F2-BCC1-1730-ECA670AFE5A9}"/>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387397F7-ED9A-8F00-3F67-261E1D3015B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FA2613-2C66-F678-F8F9-98BC7AA76A7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9C37B4F-9C8D-F842-D910-EFB122B37B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9ABB5DB-6C07-7796-F8FD-C5EF39B54DC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Connector 2">
            <a:extLst>
              <a:ext uri="{FF2B5EF4-FFF2-40B4-BE49-F238E27FC236}">
                <a16:creationId xmlns:a16="http://schemas.microsoft.com/office/drawing/2014/main" id="{F1FF3CE0-FE95-A5D4-5EF7-60EA03431A10}"/>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7116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789369" y="1045029"/>
            <a:ext cx="3900879" cy="4663440"/>
          </a:xfrm>
        </p:spPr>
        <p:txBody>
          <a:bodyPr anchor="ctr" anchorCtr="0">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752DD5A-B150-8340-8E59-4C8F3F7E3A59}"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1" name="Straight Connector 10">
            <a:extLst>
              <a:ext uri="{FF2B5EF4-FFF2-40B4-BE49-F238E27FC236}">
                <a16:creationId xmlns:a16="http://schemas.microsoft.com/office/drawing/2014/main" id="{382062BE-564D-E723-4D32-E97A7D6D9BFF}"/>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8724391A-72C8-59EB-093A-7DB51C79B077}"/>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8EFAD0B9-5EED-C0C3-D1D9-648F10ED7BE6}"/>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B9583C-8B41-3D50-9FDD-E26958D31AF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EAC0D2-6922-25FF-877D-8CDA3D65C5E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28399D9-F337-D887-E4B6-C348B7A962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23146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5032" y="816615"/>
            <a:ext cx="438912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9" name="Content Placeholder 8">
            <a:extLst>
              <a:ext uri="{FF2B5EF4-FFF2-40B4-BE49-F238E27FC236}">
                <a16:creationId xmlns:a16="http://schemas.microsoft.com/office/drawing/2014/main" id="{14BC836E-EE23-E8E8-F704-10EB1EBA0744}"/>
              </a:ext>
            </a:extLst>
          </p:cNvPr>
          <p:cNvSpPr>
            <a:spLocks noGrp="1"/>
          </p:cNvSpPr>
          <p:nvPr>
            <p:ph sz="quarter" idx="14"/>
          </p:nvPr>
        </p:nvSpPr>
        <p:spPr>
          <a:xfrm>
            <a:off x="6545248" y="816615"/>
            <a:ext cx="4389104" cy="5224768"/>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FD936B8-E398-1A41-8DE9-58DDB113FEEA}"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8535B3E4-3247-E935-5816-43C07DF6498F}"/>
              </a:ext>
            </a:extLst>
          </p:cNvPr>
          <p:cNvCxnSpPr>
            <a:cxnSpLocks/>
          </p:cNvCxnSpPr>
          <p:nvPr/>
        </p:nvCxnSpPr>
        <p:spPr>
          <a:xfrm>
            <a:off x="6096000"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80567FB-D8E5-4494-8865-28151857CC4C}"/>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312D679A-B370-3459-D826-984A8FAAB54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A0B87DB-56D9-FC57-14D7-948086B86C1B}"/>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510EE14-987F-5583-91B2-3C68EE913C1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1296E2B-A6A5-A82B-D158-69450A5EA39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90716525"/>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accent3"/>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1BE259E-88AB-BB2B-BAA5-9AF1880F5457}"/>
              </a:ext>
            </a:extLst>
          </p:cNvPr>
          <p:cNvSpPr>
            <a:spLocks noGrp="1"/>
          </p:cNvSpPr>
          <p:nvPr>
            <p:ph type="title"/>
          </p:nvPr>
        </p:nvSpPr>
        <p:spPr>
          <a:xfrm>
            <a:off x="1066800" y="640080"/>
            <a:ext cx="10058400" cy="73151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66800" y="1463040"/>
            <a:ext cx="10058400"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E2752B3-7BF7-614C-A80A-1256FFE41AD1}"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70FE2746-CBB4-791D-92ED-7D4BA96D0C98}"/>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872F8CD-9781-5B69-6A2F-ACD2927779D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209B7C8-C55B-17E4-6C60-9C15BB7A632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F0942E2-D6E0-4A3B-CF5E-C7A8F0B917C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5B6906-9443-FEB0-23E3-78142F3660A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163494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accent3"/>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3C509E-C7AC-2821-160D-02A10B5843BE}"/>
              </a:ext>
            </a:extLst>
          </p:cNvPr>
          <p:cNvSpPr>
            <a:spLocks noGrp="1"/>
          </p:cNvSpPr>
          <p:nvPr>
            <p:ph type="title"/>
          </p:nvPr>
        </p:nvSpPr>
        <p:spPr>
          <a:xfrm>
            <a:off x="1069849" y="640080"/>
            <a:ext cx="10058400" cy="731519"/>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Content Placeholder 10">
            <a:extLst>
              <a:ext uri="{FF2B5EF4-FFF2-40B4-BE49-F238E27FC236}">
                <a16:creationId xmlns:a16="http://schemas.microsoft.com/office/drawing/2014/main" id="{B53C0EFA-B5AE-CA80-DC77-DA3E8AC5A304}"/>
              </a:ext>
            </a:extLst>
          </p:cNvPr>
          <p:cNvSpPr>
            <a:spLocks noGrp="1"/>
          </p:cNvSpPr>
          <p:nvPr>
            <p:ph sz="quarter" idx="14"/>
          </p:nvPr>
        </p:nvSpPr>
        <p:spPr>
          <a:xfrm>
            <a:off x="1069975" y="1463675"/>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0482BA7-8406-1C47-9A76-988652CA5787}"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2D0433CD-47AD-50BF-BD73-0A8881E7799F}"/>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F453102-CF88-5F5D-F01F-D55DFF9F821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331B85-F551-1D98-E249-E17615E9AA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F1728A5-B526-3330-7A6A-8E6E4F5AB12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C48EDDF-9CB1-4C44-B1E2-CC97C6F10B36}"/>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8049251"/>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25002" y="786386"/>
            <a:ext cx="276991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2"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225002" y="2899068"/>
            <a:ext cx="276991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79F03E26-E542-1A4D-AC7A-1E4E95BAEC6A}" type="datetime1">
              <a:rPr lang="en-US" smtClean="0"/>
              <a:t>8/23/2026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7790269"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86F5C2EA-B780-9C9C-77C2-9C6E76A40453}"/>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D856C059-7605-4C77-F758-743839E0750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D5A105-823E-7F57-9BD9-B921E9D0B77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2C3FE9-B32A-64E0-FF0E-729AFCAC0FF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9F84BA-E3BA-190A-D926-B57563866DF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709368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6"/>
            <a:ext cx="273393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207008" y="2899068"/>
            <a:ext cx="273393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397207"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115476B0-E2C7-E147-B9CE-3E274E847A52}" type="datetime1">
              <a:rPr lang="en-US" smtClean="0"/>
              <a:t>8/23/2026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4392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B306094-CD46-FD37-15EF-7C5ED43D2E04}"/>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1313FC44-1419-B29C-2719-5D21B5FAB87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E635384-8C2F-F008-F19F-E7277C4CD82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94D592-13C7-2B81-775C-17CEE45C682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AAC0629-36FF-17F3-D1B6-1FFADC425E4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469356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4292076"/>
            <a:ext cx="3291840" cy="1737355"/>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400050"/>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4292076"/>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0D7DCC1-5043-7A46-8443-F8426D5EAB75}"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401839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6843315"/>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329184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786384"/>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0255FBD2-735E-C257-607E-CB2F585DBBEE}"/>
              </a:ext>
            </a:extLst>
          </p:cNvPr>
          <p:cNvSpPr>
            <a:spLocks noGrp="1"/>
          </p:cNvSpPr>
          <p:nvPr>
            <p:ph type="pic" sz="quarter" idx="15" hasCustomPrompt="1"/>
          </p:nvPr>
        </p:nvSpPr>
        <p:spPr>
          <a:xfrm>
            <a:off x="815340" y="2831629"/>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1A2963D-70FD-3A42-A53A-2480966C033D}"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2802870"/>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2788986"/>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0" y="786385"/>
            <a:ext cx="3291840" cy="1499615"/>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4354FEC1-7004-7D66-39C0-5B3A0B2E4669}"/>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400050"/>
            <a:ext cx="6452176" cy="605295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9" t="38" r="-12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0" y="2468880"/>
            <a:ext cx="3291840" cy="3549735"/>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BFF019D-CA37-05FF-D534-08FDF17D319F}"/>
              </a:ext>
            </a:extLst>
          </p:cNvPr>
          <p:cNvSpPr>
            <a:spLocks noGrp="1"/>
          </p:cNvSpPr>
          <p:nvPr>
            <p:ph type="dt" sz="half" idx="15"/>
          </p:nvPr>
        </p:nvSpPr>
        <p:spPr/>
        <p:txBody>
          <a:bodyPr/>
          <a:lstStyle>
            <a:lvl1pPr>
              <a:defRPr>
                <a:solidFill>
                  <a:schemeClr val="tx1"/>
                </a:solidFill>
              </a:defRPr>
            </a:lvl1pPr>
          </a:lstStyle>
          <a:p>
            <a:fld id="{F1A8FB16-FCFB-DA44-98E9-136CD51670D6}" type="datetime1">
              <a:rPr lang="en-US" smtClean="0"/>
              <a:t>8/23/2026</a:t>
            </a:fld>
            <a:endParaRPr lang="en-US" dirty="0"/>
          </a:p>
        </p:txBody>
      </p:sp>
      <p:sp>
        <p:nvSpPr>
          <p:cNvPr id="6" name="Slide Number Placeholder 5">
            <a:extLst>
              <a:ext uri="{FF2B5EF4-FFF2-40B4-BE49-F238E27FC236}">
                <a16:creationId xmlns:a16="http://schemas.microsoft.com/office/drawing/2014/main" id="{33C82A8A-3017-C293-CAA4-79DAC74143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49BCF003-D6AC-D9E0-C254-602FAE60278B}"/>
              </a:ext>
            </a:extLst>
          </p:cNvPr>
          <p:cNvCxnSpPr/>
          <p:nvPr/>
        </p:nvCxnSpPr>
        <p:spPr>
          <a:xfrm>
            <a:off x="726701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80CB927-6193-3B14-8326-BBA8970C4F38}"/>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0BDFF263-1BF6-293B-B046-2941778BCA5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A48FB5-B732-D35D-2F75-840EFFCA6EF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64D5118-DFE8-485E-6BE3-B042C0129B0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C779D56-9125-9DD5-D919-9FBC4DE4C9C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883024"/>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0492" y="790302"/>
            <a:ext cx="3291840" cy="1499616"/>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72F358B6-BD90-E536-E301-EAF518F93DD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2468880"/>
            <a:ext cx="3291840" cy="3547872"/>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925692" y="402336"/>
            <a:ext cx="6455664"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1" t="1" r="-2"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4F65757A-4818-B0C9-F86A-A70480EA9B0B}"/>
              </a:ext>
            </a:extLst>
          </p:cNvPr>
          <p:cNvSpPr>
            <a:spLocks noGrp="1"/>
          </p:cNvSpPr>
          <p:nvPr>
            <p:ph type="dt" sz="half" idx="15"/>
          </p:nvPr>
        </p:nvSpPr>
        <p:spPr/>
        <p:txBody>
          <a:bodyPr/>
          <a:lstStyle>
            <a:lvl1pPr>
              <a:defRPr>
                <a:solidFill>
                  <a:schemeClr val="tx1"/>
                </a:solidFill>
              </a:defRPr>
            </a:lvl1pPr>
          </a:lstStyle>
          <a:p>
            <a:fld id="{58EFB3A8-11B5-7149-8412-15238624EFFD}" type="datetime1">
              <a:rPr lang="en-US" smtClean="0"/>
              <a:t>8/23/2026</a:t>
            </a:fld>
            <a:endParaRPr lang="en-US" dirty="0"/>
          </a:p>
        </p:txBody>
      </p:sp>
      <p:sp>
        <p:nvSpPr>
          <p:cNvPr id="9" name="Slide Number Placeholder 8">
            <a:extLst>
              <a:ext uri="{FF2B5EF4-FFF2-40B4-BE49-F238E27FC236}">
                <a16:creationId xmlns:a16="http://schemas.microsoft.com/office/drawing/2014/main" id="{BF0B5840-4614-F082-0EE8-166E877279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53BE0255-54E9-B23E-623C-F5C3D5397CDC}"/>
              </a:ext>
            </a:extLst>
          </p:cNvPr>
          <p:cNvCxnSpPr/>
          <p:nvPr/>
        </p:nvCxnSpPr>
        <p:spPr>
          <a:xfrm>
            <a:off x="491166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7B048E29-F249-FCD5-75C6-EF3AD5392084}"/>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B581520-7C65-58B5-6A72-4A87A2886B4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6D33EF2-FCD9-64BB-D5BD-71A6C1A0BCA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74CC74B-22E1-1F2A-8B43-52BB3A2671A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33C6DA-321C-7253-1FDF-F238DBFA8DA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2167749"/>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7" y="786384"/>
            <a:ext cx="5456295" cy="100584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39D9456A-3FB8-5960-7F55-D6B686CFFC7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7" y="1920240"/>
            <a:ext cx="5456295"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78133" y="402336"/>
            <a:ext cx="4307415"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49" r="-1547"/>
            </a:stretch>
          </a:blipFill>
        </p:spPr>
        <p:txBody>
          <a:bodyPr/>
          <a:lstStyle>
            <a:lvl1pPr marL="0" indent="0">
              <a:buNone/>
              <a:defRPr/>
            </a:lvl1pPr>
          </a:lstStyle>
          <a:p>
            <a:r>
              <a:rPr lang="en-US" dirty="0"/>
              <a:t> </a:t>
            </a:r>
          </a:p>
        </p:txBody>
      </p:sp>
      <p:sp>
        <p:nvSpPr>
          <p:cNvPr id="9" name="Date Placeholder 8">
            <a:extLst>
              <a:ext uri="{FF2B5EF4-FFF2-40B4-BE49-F238E27FC236}">
                <a16:creationId xmlns:a16="http://schemas.microsoft.com/office/drawing/2014/main" id="{C242EA1D-81E7-620D-1BD8-6D18329BD220}"/>
              </a:ext>
            </a:extLst>
          </p:cNvPr>
          <p:cNvSpPr>
            <a:spLocks noGrp="1"/>
          </p:cNvSpPr>
          <p:nvPr>
            <p:ph type="dt" sz="half" idx="15"/>
          </p:nvPr>
        </p:nvSpPr>
        <p:spPr/>
        <p:txBody>
          <a:bodyPr/>
          <a:lstStyle>
            <a:lvl1pPr>
              <a:defRPr>
                <a:solidFill>
                  <a:schemeClr val="tx1"/>
                </a:solidFill>
              </a:defRPr>
            </a:lvl1pPr>
          </a:lstStyle>
          <a:p>
            <a:fld id="{650FCFAB-53E3-A342-A296-D67E0AB8D0CD}" type="datetime1">
              <a:rPr lang="en-US" smtClean="0"/>
              <a:t>8/23/2026</a:t>
            </a:fld>
            <a:endParaRPr lang="en-US" dirty="0"/>
          </a:p>
        </p:txBody>
      </p:sp>
      <p:sp>
        <p:nvSpPr>
          <p:cNvPr id="12" name="Slide Number Placeholder 11">
            <a:extLst>
              <a:ext uri="{FF2B5EF4-FFF2-40B4-BE49-F238E27FC236}">
                <a16:creationId xmlns:a16="http://schemas.microsoft.com/office/drawing/2014/main" id="{C81505A7-ADCB-6529-BE02-48BD8F2CFD0A}"/>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40A70D03-884A-50D9-2A83-C93ADDD49A38}"/>
              </a:ext>
            </a:extLst>
          </p:cNvPr>
          <p:cNvCxnSpPr/>
          <p:nvPr/>
        </p:nvCxnSpPr>
        <p:spPr>
          <a:xfrm>
            <a:off x="7054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69C2927C-12EE-49B3-DF99-04A869F1E12B}"/>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D0EFC1CE-B3AD-ED82-4797-595D2898220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42A2DBA-4EA6-1D56-360C-A2123A287B6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81C874-21DE-792C-9FEE-BF48EECBBC6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6A35DD-6C6E-B96F-0038-DD2CD277792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15732987"/>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77840" y="786384"/>
            <a:ext cx="5394960" cy="1005840"/>
          </a:xfrm>
        </p:spPr>
        <p:txBody>
          <a:bodyPr anchor="b"/>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46626D65-1470-5355-C0AB-4C755AE36464}"/>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5" name="Picture Placeholder 10">
            <a:extLst>
              <a:ext uri="{FF2B5EF4-FFF2-40B4-BE49-F238E27FC236}">
                <a16:creationId xmlns:a16="http://schemas.microsoft.com/office/drawing/2014/main" id="{26947C16-472E-02E4-EE92-74FC49AB3821}"/>
              </a:ext>
            </a:extLst>
          </p:cNvPr>
          <p:cNvSpPr>
            <a:spLocks noGrp="1"/>
          </p:cNvSpPr>
          <p:nvPr>
            <p:ph type="pic" sz="quarter" idx="13" hasCustomPrompt="1"/>
          </p:nvPr>
        </p:nvSpPr>
        <p:spPr>
          <a:xfrm>
            <a:off x="801700" y="402336"/>
            <a:ext cx="4382592"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23" t="151" r="-225" b="-15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577840" y="1920240"/>
            <a:ext cx="539496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A103F24-F909-9BD0-1CE0-3AFA9296B696}"/>
              </a:ext>
            </a:extLst>
          </p:cNvPr>
          <p:cNvSpPr>
            <a:spLocks noGrp="1"/>
          </p:cNvSpPr>
          <p:nvPr>
            <p:ph type="dt" sz="half" idx="15"/>
          </p:nvPr>
        </p:nvSpPr>
        <p:spPr/>
        <p:txBody>
          <a:bodyPr/>
          <a:lstStyle>
            <a:lvl1pPr>
              <a:defRPr>
                <a:solidFill>
                  <a:schemeClr val="tx1"/>
                </a:solidFill>
              </a:defRPr>
            </a:lvl1pPr>
          </a:lstStyle>
          <a:p>
            <a:fld id="{8DC46901-11EF-4445-8903-DC36784F331E}" type="datetime1">
              <a:rPr lang="en-US" smtClean="0"/>
              <a:t>8/23/2026</a:t>
            </a:fld>
            <a:endParaRPr lang="en-US" dirty="0"/>
          </a:p>
        </p:txBody>
      </p:sp>
      <p:sp>
        <p:nvSpPr>
          <p:cNvPr id="9" name="Slide Number Placeholder 8">
            <a:extLst>
              <a:ext uri="{FF2B5EF4-FFF2-40B4-BE49-F238E27FC236}">
                <a16:creationId xmlns:a16="http://schemas.microsoft.com/office/drawing/2014/main" id="{BD147767-378C-917C-1CEA-C28D4F2BD42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4" name="Straight Connector 13">
            <a:extLst>
              <a:ext uri="{FF2B5EF4-FFF2-40B4-BE49-F238E27FC236}">
                <a16:creationId xmlns:a16="http://schemas.microsoft.com/office/drawing/2014/main" id="{FFB8D92F-DD5D-21B4-7D10-80457CCEDEC0}"/>
              </a:ext>
            </a:extLst>
          </p:cNvPr>
          <p:cNvCxnSpPr/>
          <p:nvPr/>
        </p:nvCxnSpPr>
        <p:spPr>
          <a:xfrm>
            <a:off x="518577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63C3FE30-EF8F-C27D-E8AB-BB565902B9FB}"/>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DB333B6-9BB2-24CF-B636-1E04F141121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9F5CADF-5A1B-0BEC-D60A-C6D3AF70F2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85755C8-3D3B-E5E6-1F70-528A7BCA65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6F374D-A3D9-FD1D-A133-794607CFD7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0648138"/>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3749040"/>
            <a:ext cx="2834640" cy="228600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4" name="Picture Placeholder 10">
            <a:extLst>
              <a:ext uri="{FF2B5EF4-FFF2-40B4-BE49-F238E27FC236}">
                <a16:creationId xmlns:a16="http://schemas.microsoft.com/office/drawing/2014/main" id="{C31E5265-51B9-0DA3-10B4-945EE4951744}"/>
              </a:ext>
            </a:extLst>
          </p:cNvPr>
          <p:cNvSpPr>
            <a:spLocks noGrp="1"/>
          </p:cNvSpPr>
          <p:nvPr>
            <p:ph type="pic" sz="quarter" idx="13" hasCustomPrompt="1"/>
          </p:nvPr>
        </p:nvSpPr>
        <p:spPr>
          <a:xfrm>
            <a:off x="815340" y="406401"/>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442"/>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3749040"/>
            <a:ext cx="6858000" cy="228600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B5C750C-98D3-2541-9DBA-212130458E4E}"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E87DF89E-6618-A2A2-BC84-986CED89FCC1}"/>
              </a:ext>
            </a:extLst>
          </p:cNvPr>
          <p:cNvCxnSpPr>
            <a:cxnSpLocks/>
          </p:cNvCxnSpPr>
          <p:nvPr/>
        </p:nvCxnSpPr>
        <p:spPr>
          <a:xfrm>
            <a:off x="803185" y="3412227"/>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A396D86-8A66-3FA9-3546-3A1F85779074}"/>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7D844445-C27C-0A5B-2D4A-490DC1664AD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629BDA0-67DC-312E-1148-3B3D607358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6FA474-6534-5F04-1B35-0A8CB67144C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3F2445-DE75-8F1D-AF29-50897C3A8D1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14731708"/>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2834640" cy="21945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4C41AE8B-FC59-39B1-281C-D38D03D05BC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786384"/>
            <a:ext cx="6858000" cy="21945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3461829"/>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628"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FAAB489A-1FCE-1E30-E1BC-2F89D0AEA64A}"/>
              </a:ext>
            </a:extLst>
          </p:cNvPr>
          <p:cNvSpPr>
            <a:spLocks noGrp="1"/>
          </p:cNvSpPr>
          <p:nvPr>
            <p:ph type="dt" sz="half" idx="15"/>
          </p:nvPr>
        </p:nvSpPr>
        <p:spPr/>
        <p:txBody>
          <a:bodyPr/>
          <a:lstStyle>
            <a:lvl1pPr>
              <a:defRPr>
                <a:solidFill>
                  <a:schemeClr val="tx1"/>
                </a:solidFill>
              </a:defRPr>
            </a:lvl1pPr>
          </a:lstStyle>
          <a:p>
            <a:fld id="{91C99844-6C9E-BB4D-8B47-7C2CC32AAC02}" type="datetime1">
              <a:rPr lang="en-US" smtClean="0"/>
              <a:t>8/23/2026</a:t>
            </a:fld>
            <a:endParaRPr lang="en-US" dirty="0"/>
          </a:p>
        </p:txBody>
      </p:sp>
      <p:sp>
        <p:nvSpPr>
          <p:cNvPr id="10" name="Slide Number Placeholder 9">
            <a:extLst>
              <a:ext uri="{FF2B5EF4-FFF2-40B4-BE49-F238E27FC236}">
                <a16:creationId xmlns:a16="http://schemas.microsoft.com/office/drawing/2014/main" id="{8E037D5D-163A-01CE-9AE6-33821E23DCC5}"/>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400730B6-4EF5-7F9C-E6DB-635C947CFEE3}"/>
              </a:ext>
            </a:extLst>
          </p:cNvPr>
          <p:cNvCxnSpPr>
            <a:cxnSpLocks/>
          </p:cNvCxnSpPr>
          <p:nvPr/>
        </p:nvCxnSpPr>
        <p:spPr>
          <a:xfrm>
            <a:off x="803185" y="3443041"/>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991AE5A9-CF62-A508-3C2C-E3BE594AC2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CCEFB20-F364-CF05-360F-6CC5D88ACC5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BD6A10-DA26-A78C-A5C9-6E848476002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79492A-67D3-53D1-F50F-DBC8A33D24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72D47D6-60C0-53E4-BD56-F71C892CDD5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5723160"/>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786384"/>
            <a:ext cx="566928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AD0F53A5-B7B2-D195-CE9A-F93E7073A7F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5544"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 r="-52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303520"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60DA056-F89A-AE3C-C34A-38BEC586914B}"/>
              </a:ext>
            </a:extLst>
          </p:cNvPr>
          <p:cNvSpPr>
            <a:spLocks noGrp="1"/>
          </p:cNvSpPr>
          <p:nvPr>
            <p:ph type="dt" sz="half" idx="15"/>
          </p:nvPr>
        </p:nvSpPr>
        <p:spPr/>
        <p:txBody>
          <a:bodyPr/>
          <a:lstStyle>
            <a:lvl1pPr>
              <a:defRPr>
                <a:solidFill>
                  <a:schemeClr val="tx1"/>
                </a:solidFill>
              </a:defRPr>
            </a:lvl1pPr>
          </a:lstStyle>
          <a:p>
            <a:fld id="{97582611-C0A2-BD42-A8F7-C2F9A013F10C}" type="datetime1">
              <a:rPr lang="en-US" smtClean="0"/>
              <a:t>8/23/2026</a:t>
            </a:fld>
            <a:endParaRPr lang="en-US" dirty="0"/>
          </a:p>
        </p:txBody>
      </p:sp>
      <p:sp>
        <p:nvSpPr>
          <p:cNvPr id="10" name="Slide Number Placeholder 9">
            <a:extLst>
              <a:ext uri="{FF2B5EF4-FFF2-40B4-BE49-F238E27FC236}">
                <a16:creationId xmlns:a16="http://schemas.microsoft.com/office/drawing/2014/main" id="{BCEB9FDE-D96C-0906-A793-822DD355B400}"/>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60DB4CF5-18AD-6BFC-8AA3-4292C4318D77}"/>
              </a:ext>
            </a:extLst>
          </p:cNvPr>
          <p:cNvCxnSpPr>
            <a:cxnSpLocks/>
          </p:cNvCxnSpPr>
          <p:nvPr/>
        </p:nvCxnSpPr>
        <p:spPr>
          <a:xfrm>
            <a:off x="491210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2AFAE229-30B5-59F6-95B3-5A0028AA9F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F9983B3-9D4B-C7C3-42B6-FC4112EDA17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9FE12F5-E33A-8435-EC5D-4056ACEF77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30088E3-D111-48BB-2932-C12F38A348E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19E4F3-5171-B07A-3705-6FF5F7EC506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789634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5669280" cy="914400"/>
          </a:xfrm>
        </p:spPr>
        <p:txBody>
          <a:bodyPr anchor="b"/>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0169C89B-17A4-F382-1720-170DCCD7B6E7}"/>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226A60F8-6BFE-EE58-8E8B-8E42FCDABF08}"/>
              </a:ext>
            </a:extLst>
          </p:cNvPr>
          <p:cNvSpPr>
            <a:spLocks noGrp="1"/>
          </p:cNvSpPr>
          <p:nvPr>
            <p:ph type="pic" sz="quarter" idx="13" hasCustomPrompt="1"/>
          </p:nvPr>
        </p:nvSpPr>
        <p:spPr>
          <a:xfrm>
            <a:off x="7280239"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98"/>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6658DE0-8FDC-961F-A73B-ED321A160D7A}"/>
              </a:ext>
            </a:extLst>
          </p:cNvPr>
          <p:cNvSpPr>
            <a:spLocks noGrp="1"/>
          </p:cNvSpPr>
          <p:nvPr>
            <p:ph type="dt" sz="half" idx="15"/>
          </p:nvPr>
        </p:nvSpPr>
        <p:spPr/>
        <p:txBody>
          <a:bodyPr/>
          <a:lstStyle>
            <a:lvl1pPr>
              <a:defRPr>
                <a:solidFill>
                  <a:schemeClr val="tx1"/>
                </a:solidFill>
              </a:defRPr>
            </a:lvl1pPr>
          </a:lstStyle>
          <a:p>
            <a:fld id="{1048417B-2BA9-FC42-993A-F5CAB8ABAB3C}" type="datetime1">
              <a:rPr lang="en-US" smtClean="0"/>
              <a:t>8/23/2026</a:t>
            </a:fld>
            <a:endParaRPr lang="en-US" dirty="0"/>
          </a:p>
        </p:txBody>
      </p:sp>
      <p:sp>
        <p:nvSpPr>
          <p:cNvPr id="10" name="Slide Number Placeholder 9">
            <a:extLst>
              <a:ext uri="{FF2B5EF4-FFF2-40B4-BE49-F238E27FC236}">
                <a16:creationId xmlns:a16="http://schemas.microsoft.com/office/drawing/2014/main" id="{CE6F948F-9E87-C016-444D-D9F266B8C98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2342AE50-E725-8CC9-C210-91ADF8C0F6FE}"/>
              </a:ext>
            </a:extLst>
          </p:cNvPr>
          <p:cNvCxnSpPr/>
          <p:nvPr/>
        </p:nvCxnSpPr>
        <p:spPr>
          <a:xfrm>
            <a:off x="7258461"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CFCB2DB0-8C6B-DBBA-F594-AC4F2954C424}"/>
              </a:ext>
            </a:extLst>
          </p:cNvPr>
          <p:cNvGrpSpPr/>
          <p:nvPr/>
        </p:nvGrpSpPr>
        <p:grpSpPr>
          <a:xfrm>
            <a:off x="803185" y="0"/>
            <a:ext cx="10585629" cy="6858000"/>
            <a:chOff x="803185" y="0"/>
            <a:chExt cx="10585629" cy="6858000"/>
          </a:xfrm>
        </p:grpSpPr>
        <p:cxnSp>
          <p:nvCxnSpPr>
            <p:cNvPr id="5" name="Straight Connector 4">
              <a:extLst>
                <a:ext uri="{FF2B5EF4-FFF2-40B4-BE49-F238E27FC236}">
                  <a16:creationId xmlns:a16="http://schemas.microsoft.com/office/drawing/2014/main" id="{1DB4D22E-4E74-6984-AF14-681AA8D9125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0E9A215-4EBA-4F98-1C96-43269B57F2F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B5B197-9DE8-9BBC-A47D-F378F717E4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B835935-392C-76CA-C57F-44990EBEB04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61884961"/>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9"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120" b="-8976"/>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400800"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9956DE8-31F3-0C48-AD89-A99E39B5E351}"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5444089"/>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8" y="1645920"/>
            <a:ext cx="5987920" cy="4400319"/>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 t="5" r="302" b="-8984"/>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592654" y="1645920"/>
            <a:ext cx="3380146"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1247F170-621E-394E-A3F2-D37D14C6B270}"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248600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1207008"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D69BDBE1-5F80-669A-1B59-BD1E8D2515C2}"/>
              </a:ext>
            </a:extLst>
          </p:cNvPr>
          <p:cNvSpPr>
            <a:spLocks noGrp="1"/>
          </p:cNvSpPr>
          <p:nvPr>
            <p:ph type="pic" sz="quarter" idx="13" hasCustomPrompt="1"/>
          </p:nvPr>
        </p:nvSpPr>
        <p:spPr>
          <a:xfrm>
            <a:off x="6211963"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4" r="100" b="-8973"/>
            </a:stretch>
          </a:blipFill>
          <a:ln w="6350">
            <a:solidFill>
              <a:schemeClr val="tx1"/>
            </a:solidFill>
          </a:ln>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BFEB256-000B-7640-A176-A6ED88FB302B}"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64374024"/>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09388" y="786385"/>
            <a:ext cx="7772400" cy="914400"/>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6072A0CE-6B73-A9EE-CD61-DA01E0E315A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1" t="148" r="-487" b="-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20938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ADE48AFF-3397-202B-9BA6-6E2E52FB96B4}"/>
              </a:ext>
            </a:extLst>
          </p:cNvPr>
          <p:cNvSpPr>
            <a:spLocks noGrp="1"/>
          </p:cNvSpPr>
          <p:nvPr>
            <p:ph type="dt" sz="half" idx="15"/>
          </p:nvPr>
        </p:nvSpPr>
        <p:spPr/>
        <p:txBody>
          <a:bodyPr/>
          <a:lstStyle>
            <a:lvl1pPr>
              <a:defRPr>
                <a:solidFill>
                  <a:schemeClr val="tx1"/>
                </a:solidFill>
              </a:defRPr>
            </a:lvl1pPr>
          </a:lstStyle>
          <a:p>
            <a:fld id="{AD187FAD-DCB9-3D4B-B066-9000219F05FB}" type="datetime1">
              <a:rPr lang="en-US" smtClean="0"/>
              <a:t>8/23/2026</a:t>
            </a:fld>
            <a:endParaRPr lang="en-US" dirty="0"/>
          </a:p>
        </p:txBody>
      </p:sp>
      <p:sp>
        <p:nvSpPr>
          <p:cNvPr id="6" name="Slide Number Placeholder 5">
            <a:extLst>
              <a:ext uri="{FF2B5EF4-FFF2-40B4-BE49-F238E27FC236}">
                <a16:creationId xmlns:a16="http://schemas.microsoft.com/office/drawing/2014/main" id="{D73641B0-A410-A060-9C4C-10246CEEB00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4F926A3E-707E-8CA6-DFD9-FDE70CA34896}"/>
              </a:ext>
            </a:extLst>
          </p:cNvPr>
          <p:cNvCxnSpPr>
            <a:cxnSpLocks/>
          </p:cNvCxnSpPr>
          <p:nvPr/>
        </p:nvCxnSpPr>
        <p:spPr>
          <a:xfrm>
            <a:off x="289908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05F551DA-7593-8CE8-512A-2CF19A5FEED9}"/>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DE1E5FA2-0258-F65F-0046-4F63C680164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C2681D-C958-88C3-4FE4-BD36D597EB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6A1CB91-86F4-F718-46CE-4C26351E5D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B704D5-99FF-334E-D340-F640FC2846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7275278"/>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777240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9510D14-6E1B-BEBD-9ECF-6FD664E6D6C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0700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B0662064-5DE4-D3A3-3200-46801CAA7B41}"/>
              </a:ext>
            </a:extLst>
          </p:cNvPr>
          <p:cNvSpPr>
            <a:spLocks noGrp="1"/>
          </p:cNvSpPr>
          <p:nvPr>
            <p:ph type="pic" sz="quarter" idx="13" hasCustomPrompt="1"/>
          </p:nvPr>
        </p:nvSpPr>
        <p:spPr>
          <a:xfrm>
            <a:off x="9287478"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2" t="148" r="-748"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872CB399-7148-CC45-1784-53BEB8322750}"/>
              </a:ext>
            </a:extLst>
          </p:cNvPr>
          <p:cNvSpPr>
            <a:spLocks noGrp="1"/>
          </p:cNvSpPr>
          <p:nvPr>
            <p:ph type="dt" sz="half" idx="15"/>
          </p:nvPr>
        </p:nvSpPr>
        <p:spPr/>
        <p:txBody>
          <a:bodyPr/>
          <a:lstStyle>
            <a:lvl1pPr>
              <a:defRPr>
                <a:solidFill>
                  <a:schemeClr val="tx1"/>
                </a:solidFill>
              </a:defRPr>
            </a:lvl1pPr>
          </a:lstStyle>
          <a:p>
            <a:fld id="{189C5B77-1EC5-224E-B44E-9B7868782731}" type="datetime1">
              <a:rPr lang="en-US" smtClean="0"/>
              <a:t>8/23/2026</a:t>
            </a:fld>
            <a:endParaRPr lang="en-US" dirty="0"/>
          </a:p>
        </p:txBody>
      </p:sp>
      <p:sp>
        <p:nvSpPr>
          <p:cNvPr id="5" name="Slide Number Placeholder 4">
            <a:extLst>
              <a:ext uri="{FF2B5EF4-FFF2-40B4-BE49-F238E27FC236}">
                <a16:creationId xmlns:a16="http://schemas.microsoft.com/office/drawing/2014/main" id="{32103136-9022-B685-BD72-AA2F8D6F1DB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E8D7FB67-CB66-8B73-E144-D9B0FD1BF4CC}"/>
              </a:ext>
            </a:extLst>
          </p:cNvPr>
          <p:cNvCxnSpPr/>
          <p:nvPr/>
        </p:nvCxnSpPr>
        <p:spPr>
          <a:xfrm>
            <a:off x="9250563"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C050196-5CDD-7D23-C735-405CCFDE0F53}"/>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7915F7F2-4F99-DBC2-59AE-D63FDE09B1F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337699A-63EB-A2E6-B9B8-E85B7B64F0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0BE2E12-53E7-56D7-104B-F918B8D5372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CBDF578-3A17-02BF-93ED-AF5F8E7F4A5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8689986"/>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4023360" cy="1280160"/>
          </a:xfrm>
        </p:spPr>
        <p:txBody>
          <a:bodyPr>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5" y="2396086"/>
            <a:ext cx="4070907" cy="3637825"/>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1100"/>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69280" y="786384"/>
            <a:ext cx="5303520" cy="53035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8F601A6-19D3-EB49-B7F2-A9801AE13DA6}"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349E27E-A638-3E50-4392-58116C1AACD3}"/>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522E0D86-7613-34C8-CDC4-C77532A2263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AB29EB0-E237-1D57-CA8E-EAD308E9C0C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86316C5-C89C-53D5-EDF8-06B3752F88A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22B727D-16F7-192C-BDC7-987EE4A4BF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457678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2834640" cy="1453896"/>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7" y="2388928"/>
            <a:ext cx="2859291" cy="364498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0882"/>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80560" y="786384"/>
            <a:ext cx="649224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5DCFA2C-3BE3-964B-9AAF-C20CC59CEE43}"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7B351E8-DE44-EF78-C152-3A103EEBFEAE}"/>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9CEF53B-E5B3-5228-FC6C-55411F158D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08AC4D-0833-297F-6CBF-8A5D8729D99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625D5-BBCB-B34F-682F-6A7EBBD4257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36439E-B9F9-BC55-6D36-2CBD97558C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4185798"/>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199019" y="4634716"/>
            <a:ext cx="5897880" cy="1353312"/>
          </a:xfrm>
        </p:spPr>
        <p:txBody>
          <a:bodyPr>
            <a:normAutofit/>
          </a:bodyPr>
          <a:lstStyle>
            <a:lvl1pPr>
              <a:lnSpc>
                <a:spcPct val="12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207008" y="603503"/>
            <a:ext cx="9601200" cy="4334256"/>
          </a:xfrm>
        </p:spPr>
        <p:txBody>
          <a:bodyPr anchor="b">
            <a:normAutofit/>
          </a:bodyPr>
          <a:lstStyle>
            <a:lvl1pPr marL="0" indent="0">
              <a:lnSpc>
                <a:spcPct val="90000"/>
              </a:lnSpc>
              <a:spcBef>
                <a:spcPts val="0"/>
              </a:spcBef>
              <a:buNone/>
              <a:defRPr sz="3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9A3CDA5-1015-3148-A386-36088AF5334C}"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3498D5-7EC6-8C79-86BA-7C39A73A10D4}"/>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DFE65860-291D-DD0A-0AF6-EB6BDAF1124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542EDA-61BE-919A-EA3E-08EBB658FD72}"/>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9E31BBA-19B1-9E32-10DC-6E50B5D242D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0D6BDC-E9D3-BF86-AB1A-64748EAD4D4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4045833"/>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3352800" y="4193183"/>
            <a:ext cx="5486400" cy="1005840"/>
          </a:xfrm>
        </p:spPr>
        <p:txBody>
          <a:bodyPr>
            <a:normAutofit/>
          </a:bodyPr>
          <a:lstStyle>
            <a:lvl1pPr algn="ctr">
              <a:lnSpc>
                <a:spcPct val="11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2438400" y="1240974"/>
            <a:ext cx="7315200" cy="3065419"/>
          </a:xfrm>
        </p:spPr>
        <p:txBody>
          <a:bodyPr anchor="b">
            <a:noAutofit/>
          </a:bodyPr>
          <a:lstStyle>
            <a:lvl1pPr marL="0" indent="0" algn="ctr">
              <a:lnSpc>
                <a:spcPct val="90000"/>
              </a:lnSpc>
              <a:buNone/>
              <a:defRPr sz="2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112E8AA-E35F-CF44-B5A4-3B5EDD4AC3FC}"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766075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26D58EB7-9EC7-5A50-30A3-E2D9EDD0FF85}"/>
              </a:ext>
            </a:extLst>
          </p:cNvPr>
          <p:cNvSpPr>
            <a:spLocks noGrp="1"/>
          </p:cNvSpPr>
          <p:nvPr>
            <p:ph type="title"/>
          </p:nvPr>
        </p:nvSpPr>
        <p:spPr>
          <a:xfrm>
            <a:off x="6327018" y="1599060"/>
            <a:ext cx="5052018" cy="3658736"/>
          </a:xfrm>
        </p:spPr>
        <p:txBody>
          <a:bodyPr anchor="ctr">
            <a:normAutofit/>
          </a:bodyPr>
          <a:lstStyle>
            <a:lvl1pPr>
              <a:defRPr sz="2400" cap="none" baseline="0">
                <a:latin typeface="+mn-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Content Placeholder 18">
            <a:extLst>
              <a:ext uri="{FF2B5EF4-FFF2-40B4-BE49-F238E27FC236}">
                <a16:creationId xmlns:a16="http://schemas.microsoft.com/office/drawing/2014/main" id="{DE2753DF-FB9B-AECE-E745-E846066B1745}"/>
              </a:ext>
            </a:extLst>
          </p:cNvPr>
          <p:cNvSpPr>
            <a:spLocks noGrp="1"/>
          </p:cNvSpPr>
          <p:nvPr>
            <p:ph sz="quarter" idx="14" hasCustomPrompt="1"/>
          </p:nvPr>
        </p:nvSpPr>
        <p:spPr>
          <a:xfrm>
            <a:off x="914400" y="1600200"/>
            <a:ext cx="5140325" cy="3657600"/>
          </a:xfrm>
        </p:spPr>
        <p:txBody>
          <a:bodyPr anchor="ctr">
            <a:normAutofit/>
          </a:bodyPr>
          <a:lstStyle>
            <a:lvl1pPr marL="0" indent="0">
              <a:lnSpc>
                <a:spcPct val="90000"/>
              </a:lnSpc>
              <a:buNone/>
              <a:defRPr sz="20000"/>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E0FF3B4E-61F2-9C45-A7C9-0649FA3F05AD}"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76975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495800" y="4131153"/>
            <a:ext cx="3200400" cy="1545336"/>
          </a:xfrm>
          <a:noFill/>
        </p:spPr>
        <p:txBody>
          <a:bodyPr>
            <a:normAutofit/>
          </a:bodyPr>
          <a:lstStyle>
            <a:lvl1pPr algn="ctr">
              <a:lnSpc>
                <a:spcPct val="110000"/>
              </a:lnSpc>
              <a:defRPr sz="16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3810000" y="1832029"/>
            <a:ext cx="4572000" cy="2475441"/>
          </a:xfrm>
          <a:noFill/>
        </p:spPr>
        <p:txBody>
          <a:bodyPr anchor="b">
            <a:normAutofit/>
          </a:bodyPr>
          <a:lstStyle>
            <a:lvl1pPr marL="0" indent="0" algn="ctr">
              <a:lnSpc>
                <a:spcPct val="90000"/>
              </a:lnSpc>
              <a:buNone/>
              <a:defRPr sz="15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C4A289B-0B17-4246-8E33-E89C12A90840}"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9F377ED0-0CD0-101F-CACC-5C208B8095EB}"/>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BB0FAE67-C3ED-90D8-482E-2E87FCA1F01F}"/>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3BE06F7-8D5F-567C-D53C-8F3CFA65C6D8}"/>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1729EF-2962-C057-669D-86C7189119A0}"/>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F37E54-885B-DD4C-C480-18762D2DF579}"/>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0CD173DE-2107-A0E3-872C-F0DE9ACA3D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AFD58-96FA-72FC-A387-4EA88A7A5D6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0CF3863-040E-3592-1588-20A1771871E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44D909-6FC8-C0DB-01C7-AFCF7B50FCD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092672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ctr">
            <a:noAutofit/>
          </a:bodyPr>
          <a:lstStyle>
            <a:lvl1pPr marL="0" indent="0">
              <a:lnSpc>
                <a:spcPct val="100000"/>
              </a:lnSpc>
              <a:buNone/>
              <a:defRPr sz="4000" b="0" cap="all" baseline="0"/>
            </a:lvl1pPr>
            <a:lvl2pPr marL="228600" indent="0">
              <a:lnSpc>
                <a:spcPct val="100000"/>
              </a:lnSpc>
              <a:buNone/>
              <a:defRPr sz="3600" b="0" cap="all" baseline="0"/>
            </a:lvl2pPr>
            <a:lvl3pPr marL="457200" indent="0">
              <a:lnSpc>
                <a:spcPct val="100000"/>
              </a:lnSpc>
              <a:buNone/>
              <a:defRPr sz="3200" b="0" cap="all" baseline="0"/>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8092CDE-5B88-E044-9012-03F4795B046E}"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E5E2C763-62D0-A1C5-864F-A9FF05C9F944}"/>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D321B696-8999-0658-38A2-748A73D0777A}"/>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1AECB6-597A-404C-79F2-BDE111DF3683}"/>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1CD60-7C40-DD6A-0B67-9125D3023EAA}"/>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A77C411-359E-F413-4B4B-544B4258F8D6}"/>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66520E9D-E5D8-F168-5659-412DEA7EE63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735C892B-D62F-EE71-21EF-072002481B6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05C92F6-ED58-2722-DD71-BFD93A79C90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CFD0132-5667-3403-4950-88D7515B12B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EEE9CF1-0848-BE96-4C3D-E4B7E1F4BBA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922588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34492"/>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t">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a:p>
            <a:pPr lvl="2"/>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C076D1D-DE21-9B42-8106-8CD72DA85F70}"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30B27C8-C99B-CAB9-24EA-4222A75D3BFC}"/>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09B5103-0315-C48A-F6CB-70023A60377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2A373C0-8904-4E1A-AC77-DB8B14039D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A58731C-1E1F-4D5A-81CD-F79CD40172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DE29540-9512-0BC0-7BB2-3B7C57B4C11C}"/>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29168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8876"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b" anchorCtr="0">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atin typeface="+mn-lt"/>
              </a:defRPr>
            </a:lvl4pPr>
            <a:lvl5pPr marL="914400" indent="0">
              <a:lnSpc>
                <a:spcPct val="100000"/>
              </a:lnSpc>
              <a:buNone/>
              <a:defRPr sz="2000" b="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7807DC2-592A-C24E-8E32-92959310D82C}"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B9E57D8C-399F-3BB4-D3B3-9395E8D16134}"/>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7E0EF0C-412A-ADAE-8DDB-3A86E36BA36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6CD944-3487-D02F-D76E-6C8CB5BC62E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FB68B7-02B4-42EE-A7A2-E1DD0D7EF7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5998EB-9F08-520A-8AE0-AC842E25266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42552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D020C093-E585-447D-B145-C13F5660ED16}"/>
              </a:ext>
            </a:extLst>
          </p:cNvPr>
          <p:cNvSpPr>
            <a:spLocks noGrp="1"/>
          </p:cNvSpPr>
          <p:nvPr>
            <p:ph type="title" hasCustomPrompt="1"/>
          </p:nvPr>
        </p:nvSpPr>
        <p:spPr>
          <a:xfrm>
            <a:off x="1524000" y="4965193"/>
            <a:ext cx="9144000" cy="1105229"/>
          </a:xfrm>
        </p:spPr>
        <p:txBody>
          <a:bodyPr anchor="ctr">
            <a:normAutofit/>
          </a:bodyPr>
          <a:lstStyle>
            <a:lvl1pPr>
              <a:defRPr sz="1600" cap="none" baseline="0">
                <a:solidFill>
                  <a:schemeClr val="bg1"/>
                </a:solidFill>
                <a:latin typeface="+mn-lt"/>
              </a:defRPr>
            </a:lvl1pPr>
          </a:lstStyle>
          <a:p>
            <a:r>
              <a:rPr lang="en-US" dirty="0"/>
              <a:t>Quote Author</a:t>
            </a:r>
          </a:p>
        </p:txBody>
      </p:sp>
      <p:sp>
        <p:nvSpPr>
          <p:cNvPr id="9" name="Footer Placeholder 8">
            <a:extLst>
              <a:ext uri="{FF2B5EF4-FFF2-40B4-BE49-F238E27FC236}">
                <a16:creationId xmlns:a16="http://schemas.microsoft.com/office/drawing/2014/main" id="{6AD2DEB7-F276-E60E-F5A1-0F02C54BDF9C}"/>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5" name="Content Placeholder 4">
            <a:extLst>
              <a:ext uri="{FF2B5EF4-FFF2-40B4-BE49-F238E27FC236}">
                <a16:creationId xmlns:a16="http://schemas.microsoft.com/office/drawing/2014/main" id="{CFF91B2D-44E4-C3B1-BD5E-A10AC8543D25}"/>
              </a:ext>
            </a:extLst>
          </p:cNvPr>
          <p:cNvSpPr>
            <a:spLocks noGrp="1"/>
          </p:cNvSpPr>
          <p:nvPr>
            <p:ph sz="quarter" idx="17" hasCustomPrompt="1"/>
          </p:nvPr>
        </p:nvSpPr>
        <p:spPr>
          <a:xfrm>
            <a:off x="1524000" y="1006475"/>
            <a:ext cx="9144000" cy="2925763"/>
          </a:xfrm>
        </p:spPr>
        <p:txBody>
          <a:bodyPr anchor="ctr">
            <a:normAutofit/>
          </a:bodyPr>
          <a:lstStyle>
            <a:lvl1pPr marL="0" indent="0">
              <a:buNone/>
              <a:defRPr sz="4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Quote</a:t>
            </a:r>
          </a:p>
        </p:txBody>
      </p:sp>
      <p:cxnSp>
        <p:nvCxnSpPr>
          <p:cNvPr id="6" name="Straight Connector 5">
            <a:extLst>
              <a:ext uri="{FF2B5EF4-FFF2-40B4-BE49-F238E27FC236}">
                <a16:creationId xmlns:a16="http://schemas.microsoft.com/office/drawing/2014/main" id="{B94927EC-ED75-B33D-1D89-85EE4258FB86}"/>
              </a:ext>
            </a:extLst>
          </p:cNvPr>
          <p:cNvCxnSpPr>
            <a:cxnSpLocks/>
          </p:cNvCxnSpPr>
          <p:nvPr/>
        </p:nvCxnSpPr>
        <p:spPr>
          <a:xfrm>
            <a:off x="799908" y="4572000"/>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Date Placeholder 7">
            <a:extLst>
              <a:ext uri="{FF2B5EF4-FFF2-40B4-BE49-F238E27FC236}">
                <a16:creationId xmlns:a16="http://schemas.microsoft.com/office/drawing/2014/main" id="{17816284-1868-D968-9C16-5FE2038BC6D8}"/>
              </a:ext>
            </a:extLst>
          </p:cNvPr>
          <p:cNvSpPr>
            <a:spLocks noGrp="1"/>
          </p:cNvSpPr>
          <p:nvPr>
            <p:ph type="dt" sz="half" idx="14"/>
          </p:nvPr>
        </p:nvSpPr>
        <p:spPr/>
        <p:txBody>
          <a:bodyPr/>
          <a:lstStyle>
            <a:lvl1pPr>
              <a:defRPr>
                <a:solidFill>
                  <a:schemeClr val="bg1"/>
                </a:solidFill>
              </a:defRPr>
            </a:lvl1pPr>
          </a:lstStyle>
          <a:p>
            <a:fld id="{2A17FF52-3D92-5045-83B3-191BF759FA8D}" type="datetime1">
              <a:rPr lang="en-US" smtClean="0"/>
              <a:pPr/>
              <a:t>8/23/2026</a:t>
            </a:fld>
            <a:endParaRPr lang="en-US" dirty="0"/>
          </a:p>
        </p:txBody>
      </p:sp>
      <p:sp>
        <p:nvSpPr>
          <p:cNvPr id="10" name="Slide Number Placeholder 9">
            <a:extLst>
              <a:ext uri="{FF2B5EF4-FFF2-40B4-BE49-F238E27FC236}">
                <a16:creationId xmlns:a16="http://schemas.microsoft.com/office/drawing/2014/main" id="{764E6AE7-6445-C0E9-7714-3905800EE34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DB64FFC6-B9C5-5A14-BCDE-0FACA9EED39A}"/>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A45BAA9C-294C-90CA-EE5A-ED75E616517F}"/>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127FFD-0227-7A04-CAE1-B0476A186E27}"/>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BB871B-1B46-69D5-1EA9-A5D3125C1745}"/>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29C52E0-6299-124E-DEAC-88A5054BB4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8770557"/>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207008" y="5947574"/>
            <a:ext cx="8805672" cy="466344"/>
          </a:xfrm>
        </p:spPr>
        <p:txBody>
          <a:bodyPr anchor="ctr">
            <a:normAutofit/>
          </a:bodyPr>
          <a:lstStyle>
            <a:lvl1pP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207008" y="822960"/>
            <a:ext cx="8961120" cy="3474720"/>
          </a:xfrm>
        </p:spPr>
        <p:txBody>
          <a:bodyPr anchor="t" anchorCtr="0">
            <a:normAutofit/>
          </a:bodyPr>
          <a:lstStyle>
            <a:lvl1pPr marL="164592" indent="-164592">
              <a:lnSpc>
                <a:spcPct val="100000"/>
              </a:lnSpc>
              <a:spcBef>
                <a:spcPts val="0"/>
              </a:spcBef>
              <a:buNone/>
              <a:defRPr sz="4200" b="0" i="0">
                <a:solidFill>
                  <a:schemeClr val="bg1"/>
                </a:solidFill>
                <a:latin typeface="Bahnschrift Light" panose="020B0502040204020203" pitchFamily="34" charset="0"/>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17C67708-7A94-8245-80C8-4B4702495DB1}" type="datetime1">
              <a:rPr lang="en-US" smtClean="0"/>
              <a:pPr/>
              <a:t>8/23/2026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5F3E5CAD-77F4-3496-0EBB-8BDE29A00533}"/>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B932EDD7-F82C-CAA5-81E3-4DA459BD7BE7}"/>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B23CB67B-9D91-D31D-5E6F-1AFDE722A71A}"/>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0B71C7-A49A-A194-9371-8105319095C1}"/>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7D85FF8-8A01-4471-2129-9F815C543EB4}"/>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7B839C-7467-0312-FCA6-E719E5B303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813731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93164" y="5891704"/>
            <a:ext cx="8805672" cy="557222"/>
          </a:xfrm>
        </p:spPr>
        <p:txBody>
          <a:bodyPr anchor="ctr">
            <a:normAutofit/>
          </a:bodyPr>
          <a:lstStyle>
            <a:lvl1pPr algn="ct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358007"/>
            <a:ext cx="8961120" cy="3474720"/>
          </a:xfrm>
        </p:spPr>
        <p:txBody>
          <a:bodyPr anchor="ctr">
            <a:normAutofit/>
          </a:bodyPr>
          <a:lstStyle>
            <a:lvl1pPr marL="164592" indent="-164592" algn="ctr">
              <a:lnSpc>
                <a:spcPct val="100000"/>
              </a:lnSpc>
              <a:spcBef>
                <a:spcPts val="0"/>
              </a:spcBef>
              <a:buNone/>
              <a:defRPr sz="4000" b="0" i="0">
                <a:solidFill>
                  <a:schemeClr val="bg1"/>
                </a:solidFill>
                <a:latin typeface="+mn-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C3A90753-8D45-EB44-AB23-49A6290D6DA6}" type="datetime1">
              <a:rPr lang="en-US" smtClean="0"/>
              <a:pPr/>
              <a:t>8/23/2026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A8BAF90A-B341-890C-B376-6A16FD3D4D66}"/>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673DA07-CC58-742F-47C7-DF6C3FC1BB2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EC520D2A-19A3-39C2-02F5-969FC02F7835}"/>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B9DADCD-00F5-6714-A61F-195B94550628}"/>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D759BD-ADDA-3040-A5CB-DAC10D9A2D39}"/>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8BFB7B-8327-08C6-5F9E-BACB47A2C3D2}"/>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3295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Content Placeholder 3">
            <a:extLst>
              <a:ext uri="{FF2B5EF4-FFF2-40B4-BE49-F238E27FC236}">
                <a16:creationId xmlns:a16="http://schemas.microsoft.com/office/drawing/2014/main" id="{F6F508F0-4C97-9A80-2546-BC6EE3D2732B}"/>
              </a:ext>
            </a:extLst>
          </p:cNvPr>
          <p:cNvSpPr>
            <a:spLocks noGrp="1"/>
          </p:cNvSpPr>
          <p:nvPr>
            <p:ph sz="quarter" idx="15"/>
          </p:nvPr>
        </p:nvSpPr>
        <p:spPr>
          <a:xfrm>
            <a:off x="1060450" y="1828800"/>
            <a:ext cx="4768850"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A9AB0DFB-3813-8899-8844-3F65C902B800}"/>
              </a:ext>
            </a:extLst>
          </p:cNvPr>
          <p:cNvSpPr>
            <a:spLocks noGrp="1"/>
          </p:cNvSpPr>
          <p:nvPr>
            <p:ph sz="quarter" idx="16"/>
          </p:nvPr>
        </p:nvSpPr>
        <p:spPr>
          <a:xfrm>
            <a:off x="6363391" y="1828800"/>
            <a:ext cx="4755712"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5059AB6-B751-F44D-A28C-E19CFA261A8F}"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CB83DEFD-C76A-E192-4470-7F7DCE92CBCE}"/>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0EBF15C6-51A3-0039-7C8E-9F5BC53301C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2827DB-A570-B094-5067-79A4F7DA7F3C}"/>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4DF52F4-C942-A75F-0F4B-911959D2F30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44BFA9-C671-8332-EC4C-A56CAAB34AE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704049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058011" y="600148"/>
            <a:ext cx="10058400" cy="1133856"/>
          </a:xfrm>
        </p:spPr>
        <p:txBody>
          <a:bodyPr/>
          <a:lstStyle>
            <a:lvl1pPr>
              <a:defRPr>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058011"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35B8AB-C546-6624-5613-679F649D8004}"/>
              </a:ext>
            </a:extLst>
          </p:cNvPr>
          <p:cNvSpPr>
            <a:spLocks noGrp="1"/>
          </p:cNvSpPr>
          <p:nvPr>
            <p:ph sz="quarter" idx="15"/>
          </p:nvPr>
        </p:nvSpPr>
        <p:spPr>
          <a:xfrm>
            <a:off x="1058011"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53436"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a:extLst>
              <a:ext uri="{FF2B5EF4-FFF2-40B4-BE49-F238E27FC236}">
                <a16:creationId xmlns:a16="http://schemas.microsoft.com/office/drawing/2014/main" id="{689131D8-B072-15AB-4C0D-39F0B943B0A9}"/>
              </a:ext>
            </a:extLst>
          </p:cNvPr>
          <p:cNvSpPr>
            <a:spLocks noGrp="1"/>
          </p:cNvSpPr>
          <p:nvPr>
            <p:ph sz="quarter" idx="16"/>
          </p:nvPr>
        </p:nvSpPr>
        <p:spPr>
          <a:xfrm>
            <a:off x="6353436"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F4B7459A-9905-1A4B-AB1A-C91FAC752AC6}" type="datetime1">
              <a:rPr lang="en-US" smtClean="0"/>
              <a:t>8/23/2026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E70A967-D43A-531B-AB77-B7D2DE7E4B0F}"/>
              </a:ext>
            </a:extLst>
          </p:cNvPr>
          <p:cNvGrpSpPr/>
          <p:nvPr/>
        </p:nvGrpSpPr>
        <p:grpSpPr>
          <a:xfrm>
            <a:off x="803185" y="0"/>
            <a:ext cx="10585629" cy="6858000"/>
            <a:chOff x="803185" y="0"/>
            <a:chExt cx="10585629" cy="6858000"/>
          </a:xfrm>
        </p:grpSpPr>
        <p:cxnSp>
          <p:nvCxnSpPr>
            <p:cNvPr id="16" name="Straight Connector 15">
              <a:extLst>
                <a:ext uri="{FF2B5EF4-FFF2-40B4-BE49-F238E27FC236}">
                  <a16:creationId xmlns:a16="http://schemas.microsoft.com/office/drawing/2014/main" id="{61B1175E-A767-B7AB-D265-9256ECCA8E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929F5B2-C13B-2102-792E-E51F1738D2A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5C2A7D0-2242-BB3D-AC3F-126E076FC3A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40BEB2B-F33C-CFC6-3060-70CD260293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224923"/>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D255AB00-997D-D540-BC20-37B7E62B26C1}" type="datetime1">
              <a:rPr lang="en-US" smtClean="0"/>
              <a:t>8/23/2026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570C8D4F-961C-9DE3-2BE6-ABBC18355BC3}"/>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E145383D-28A9-C0D3-8E3D-AA7533D2925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B585A5-22BA-F43D-07BD-3BB57145B2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1437C88-1694-66DE-88F2-5F80E436773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675A774-D186-6B8B-F966-423BE24E466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6268050"/>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accent3"/>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69F3ECCF-2CCD-CA4B-8712-AE4484B24AE9}" type="datetime1">
              <a:rPr lang="en-US" smtClean="0"/>
              <a:t>8/23/2026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A5ECB350-6B4D-5D25-5FB0-D995BE7D095F}"/>
              </a:ext>
            </a:extLst>
          </p:cNvPr>
          <p:cNvGrpSpPr/>
          <p:nvPr/>
        </p:nvGrpSpPr>
        <p:grpSpPr>
          <a:xfrm>
            <a:off x="803185" y="0"/>
            <a:ext cx="10585629" cy="6858000"/>
            <a:chOff x="803185" y="0"/>
            <a:chExt cx="10585629" cy="6858000"/>
          </a:xfrm>
        </p:grpSpPr>
        <p:cxnSp>
          <p:nvCxnSpPr>
            <p:cNvPr id="11" name="Straight Connector 10">
              <a:extLst>
                <a:ext uri="{FF2B5EF4-FFF2-40B4-BE49-F238E27FC236}">
                  <a16:creationId xmlns:a16="http://schemas.microsoft.com/office/drawing/2014/main" id="{614889B8-EF0E-CC96-E345-4814F56ED6D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0EF97A-5CED-BE43-C066-ED89AE049BD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B1FB5-CA0E-AFAB-5607-844D9592A24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BAA5556-E509-ED49-F4BE-6F664377F5B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3583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1207008" y="786384"/>
            <a:ext cx="292608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14" name="Footer Placeholder 13">
            <a:extLst>
              <a:ext uri="{FF2B5EF4-FFF2-40B4-BE49-F238E27FC236}">
                <a16:creationId xmlns:a16="http://schemas.microsoft.com/office/drawing/2014/main" id="{06EDF8B4-9629-39C1-DDBF-A5485B241DB4}"/>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1207008" y="2651760"/>
            <a:ext cx="2926080" cy="3383280"/>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297680" y="786382"/>
            <a:ext cx="676656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b="0">
                <a:solidFill>
                  <a:schemeClr val="tx1"/>
                </a:solidFill>
              </a:defRPr>
            </a:lvl4pPr>
            <a:lvl5pPr marL="1200150" indent="-285750">
              <a:buFont typeface="Arial" panose="020B0604020202020204" pitchFamily="34" charset="0"/>
              <a:buChar char="•"/>
              <a:defRPr sz="1400" b="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2EAB326A-0996-8BBC-BFAF-29A228B198CC}"/>
              </a:ext>
            </a:extLst>
          </p:cNvPr>
          <p:cNvSpPr>
            <a:spLocks noGrp="1"/>
          </p:cNvSpPr>
          <p:nvPr>
            <p:ph type="dt" sz="half" idx="10"/>
          </p:nvPr>
        </p:nvSpPr>
        <p:spPr/>
        <p:txBody>
          <a:bodyPr/>
          <a:lstStyle>
            <a:lvl1pPr>
              <a:defRPr>
                <a:solidFill>
                  <a:schemeClr val="tx1"/>
                </a:solidFill>
              </a:defRPr>
            </a:lvl1pPr>
          </a:lstStyle>
          <a:p>
            <a:fld id="{22942A74-7D23-DC49-91AA-85B24B3B8A00}" type="datetime1">
              <a:rPr lang="en-US" smtClean="0"/>
              <a:t>8/23/2026</a:t>
            </a:fld>
            <a:endParaRPr lang="en-US" dirty="0"/>
          </a:p>
        </p:txBody>
      </p:sp>
      <p:sp>
        <p:nvSpPr>
          <p:cNvPr id="15" name="Slide Number Placeholder 14">
            <a:extLst>
              <a:ext uri="{FF2B5EF4-FFF2-40B4-BE49-F238E27FC236}">
                <a16:creationId xmlns:a16="http://schemas.microsoft.com/office/drawing/2014/main" id="{3AE9EB23-C42E-AFD9-410F-5D3A9B4737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8" name="Group 7">
            <a:extLst>
              <a:ext uri="{FF2B5EF4-FFF2-40B4-BE49-F238E27FC236}">
                <a16:creationId xmlns:a16="http://schemas.microsoft.com/office/drawing/2014/main" id="{8179AB9D-F8E4-DA67-2113-2CB4FAAA3FE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4D1AF63C-58A3-D664-0F8A-2F866DE9922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7353FA6-146A-25CD-A52A-50A0DBA7C4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D17F74-4821-8F53-7E3E-BD10714CA1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CBD083B-641D-8442-0510-78BC3BDFF82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6451782"/>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1207008" y="786384"/>
            <a:ext cx="3595634" cy="192024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1207008" y="2752344"/>
            <a:ext cx="3585586" cy="3291840"/>
          </a:xfrm>
        </p:spPr>
        <p:txBody>
          <a:bodyPr anchor="b"/>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8" y="402336"/>
            <a:ext cx="6328768"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tx1"/>
                </a:solidFill>
              </a:defRPr>
            </a:lvl1pPr>
          </a:lstStyle>
          <a:p>
            <a:fld id="{22A0247B-8639-BE4B-9EB6-99BF33B2FE57}" type="datetime1">
              <a:rPr lang="en-US" smtClean="0"/>
              <a:t>8/23/2026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DF475923-C72A-59CC-2F27-3B42DE9E23C1}"/>
              </a:ext>
            </a:extLst>
          </p:cNvPr>
          <p:cNvCxnSpPr/>
          <p:nvPr/>
        </p:nvCxnSpPr>
        <p:spPr>
          <a:xfrm>
            <a:off x="5044948"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644E6E6F-31C5-280B-B965-1DCA584FB10B}"/>
              </a:ext>
            </a:extLst>
          </p:cNvPr>
          <p:cNvGrpSpPr/>
          <p:nvPr/>
        </p:nvGrpSpPr>
        <p:grpSpPr>
          <a:xfrm>
            <a:off x="803185" y="0"/>
            <a:ext cx="10585629" cy="6858000"/>
            <a:chOff x="803185" y="0"/>
            <a:chExt cx="10585629" cy="6858000"/>
          </a:xfrm>
        </p:grpSpPr>
        <p:cxnSp>
          <p:nvCxnSpPr>
            <p:cNvPr id="10" name="Straight Connector 9">
              <a:extLst>
                <a:ext uri="{FF2B5EF4-FFF2-40B4-BE49-F238E27FC236}">
                  <a16:creationId xmlns:a16="http://schemas.microsoft.com/office/drawing/2014/main" id="{E46DD8FB-C3C8-02D7-0EEC-1FA8A0E72EE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287276-FB86-B497-EB85-08D57647FCB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AFABFB-CCBD-F586-5A5B-F739C98FEB0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33A7C7-3944-5EFF-0F5A-CD13C776DD1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87400000"/>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7342307" cy="2085339"/>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207008" y="3594099"/>
            <a:ext cx="9601200" cy="237744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62FAA25-3923-0740-83DA-275C59DD4599}"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CFF997AB-1CB0-F155-5BD6-8AD0DF5F9C8C}"/>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5CD1A663-8D32-81FC-CF0E-3943276FC5B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88FB5FE-FF71-6B7B-03A4-B78EA9E50FE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24967FC-68C7-FF99-F0D4-F11F22519D8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0437DFC-E04A-54B1-CFEA-8D9349D6EB7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1113878"/>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8430767" cy="2520011"/>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207008" y="3622673"/>
            <a:ext cx="8430639" cy="1609344"/>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AB1B52C7-37F9-BD40-8BE5-16C7107F6B2A}"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4604B72-3E24-1723-74C9-C1E295269A19}"/>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2CEF3A60-0DC4-008A-49C8-C3FD46FA3B8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A618110-A634-DE8C-5B6D-35477E47ED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E21D7-A780-C513-5EB6-4A6C625665C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2C4757-1CA9-394F-33BF-C5A9D77182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373742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66800" y="685800"/>
            <a:ext cx="10058400"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1005840" y="1525384"/>
            <a:ext cx="2805405"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3385" y="6229552"/>
            <a:ext cx="429207" cy="365125"/>
          </a:xfrm>
          <a:prstGeom prst="rect">
            <a:avLst/>
          </a:prstGeom>
        </p:spPr>
        <p:txBody>
          <a:bodyPr vert="horz" lIns="91440" tIns="45720" rIns="91440" bIns="45720" rtlCol="0" anchor="ctr"/>
          <a:lstStyle>
            <a:lvl1pPr algn="ctr" rtl="0">
              <a:defRPr sz="900" b="0" i="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66800" y="1920240"/>
            <a:ext cx="1005840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5400000">
            <a:off x="10040831" y="4206240"/>
            <a:ext cx="3494314"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fld id="{6739503E-9C75-484A-A764-D9D8121AAE05}" type="datetime1">
              <a:rPr lang="en-US" smtClean="0"/>
              <a:pPr/>
              <a:t>8/23/2026</a:t>
            </a:fld>
            <a:endParaRPr lang="en-US" dirty="0"/>
          </a:p>
        </p:txBody>
      </p:sp>
      <p:sp>
        <p:nvSpPr>
          <p:cNvPr id="12" name="Freeform 11" hidden="1">
            <a:extLst>
              <a:ext uri="{FF2B5EF4-FFF2-40B4-BE49-F238E27FC236}">
                <a16:creationId xmlns:a16="http://schemas.microsoft.com/office/drawing/2014/main" id="{918C00E2-AFB8-E789-01F1-47EC64846D95}"/>
              </a:ext>
            </a:extLst>
          </p:cNvPr>
          <p:cNvSpPr/>
          <p:nvPr/>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Freeform 6" hidden="1">
            <a:extLst>
              <a:ext uri="{FF2B5EF4-FFF2-40B4-BE49-F238E27FC236}">
                <a16:creationId xmlns:a16="http://schemas.microsoft.com/office/drawing/2014/main" id="{6A6CDCAD-B761-0A5F-55A7-CE79AB3802A7}"/>
              </a:ext>
            </a:extLst>
          </p:cNvPr>
          <p:cNvSpPr/>
          <p:nvPr userDrawn="1"/>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56564892"/>
      </p:ext>
    </p:extLst>
  </p:cSld>
  <p:clrMap bg1="dk1" tx1="lt1" bg2="dk2" tx2="lt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922" r:id="rId5"/>
    <p:sldLayoutId id="2147483976"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 id="2147483933" r:id="rId17"/>
    <p:sldLayoutId id="2147483934" r:id="rId18"/>
    <p:sldLayoutId id="2147483935" r:id="rId19"/>
    <p:sldLayoutId id="2147483936" r:id="rId20"/>
    <p:sldLayoutId id="2147483937" r:id="rId21"/>
    <p:sldLayoutId id="2147483938" r:id="rId22"/>
    <p:sldLayoutId id="2147483939" r:id="rId23"/>
    <p:sldLayoutId id="2147483940" r:id="rId24"/>
    <p:sldLayoutId id="2147483941" r:id="rId25"/>
    <p:sldLayoutId id="2147483942" r:id="rId26"/>
    <p:sldLayoutId id="2147483943" r:id="rId27"/>
    <p:sldLayoutId id="2147483944" r:id="rId28"/>
    <p:sldLayoutId id="2147483945" r:id="rId29"/>
    <p:sldLayoutId id="2147483946" r:id="rId30"/>
    <p:sldLayoutId id="2147483947" r:id="rId31"/>
    <p:sldLayoutId id="2147483948" r:id="rId32"/>
    <p:sldLayoutId id="2147483949" r:id="rId33"/>
    <p:sldLayoutId id="2147483950" r:id="rId34"/>
    <p:sldLayoutId id="2147483951" r:id="rId35"/>
    <p:sldLayoutId id="2147483952" r:id="rId36"/>
    <p:sldLayoutId id="2147483953" r:id="rId37"/>
    <p:sldLayoutId id="2147483954" r:id="rId38"/>
    <p:sldLayoutId id="2147483955" r:id="rId39"/>
    <p:sldLayoutId id="2147483956" r:id="rId40"/>
    <p:sldLayoutId id="2147483957" r:id="rId41"/>
    <p:sldLayoutId id="2147483958" r:id="rId42"/>
    <p:sldLayoutId id="2147483959" r:id="rId43"/>
    <p:sldLayoutId id="2147483960" r:id="rId44"/>
    <p:sldLayoutId id="2147483961" r:id="rId45"/>
    <p:sldLayoutId id="2147483962" r:id="rId46"/>
    <p:sldLayoutId id="2147483963" r:id="rId47"/>
    <p:sldLayoutId id="2147483964" r:id="rId48"/>
    <p:sldLayoutId id="2147483965" r:id="rId49"/>
    <p:sldLayoutId id="2147483966" r:id="rId50"/>
    <p:sldLayoutId id="2147483967" r:id="rId51"/>
    <p:sldLayoutId id="2147483969" r:id="rId52"/>
    <p:sldLayoutId id="2147483970" r:id="rId53"/>
    <p:sldLayoutId id="2147483971" r:id="rId54"/>
    <p:sldLayoutId id="2147483972" r:id="rId55"/>
    <p:sldLayoutId id="2147483973" r:id="rId56"/>
    <p:sldLayoutId id="2147483974" r:id="rId57"/>
    <p:sldLayoutId id="2147483975" r:id="rId58"/>
  </p:sldLayoutIdLst>
  <p:hf hdr="0"/>
  <p:txStyles>
    <p:titleStyle>
      <a:lvl1pPr algn="l" defTabSz="914400" rtl="0" eaLnBrk="1" latinLnBrk="0" hangingPunct="1">
        <a:lnSpc>
          <a:spcPct val="100000"/>
        </a:lnSpc>
        <a:spcBef>
          <a:spcPct val="0"/>
        </a:spcBef>
        <a:buNone/>
        <a:defRPr sz="4000" b="0" i="0" kern="1200" cap="all" baseline="0">
          <a:solidFill>
            <a:schemeClr val="tx1"/>
          </a:solidFill>
          <a:latin typeface="+mj-lt"/>
          <a:ea typeface="+mj-ea"/>
          <a:cs typeface="+mj-cs"/>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sz="1800" b="0" i="0" kern="1200">
          <a:solidFill>
            <a:schemeClr val="tx1"/>
          </a:solidFill>
          <a:latin typeface="+mn-lt"/>
          <a:ea typeface="+mn-ea"/>
          <a:cs typeface="+mn-cs"/>
        </a:defRPr>
      </a:lvl1pPr>
      <a:lvl2pPr marL="514350" indent="-285750" algn="l" defTabSz="914400" rtl="0" eaLnBrk="1" latinLnBrk="0" hangingPunct="1">
        <a:lnSpc>
          <a:spcPct val="10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742950" indent="-285750" algn="l" defTabSz="914400" rtl="0" eaLnBrk="1" latinLnBrk="0" hangingPunct="1">
        <a:lnSpc>
          <a:spcPct val="10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715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rawpixel.com/search/benefit?page=1&amp;sort=curated" TargetMode="External"/><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iabac.org/blog/the-future-of-data-analytics-and-emerging-trends" TargetMode="External"/><Relationship Id="rId2" Type="http://schemas.openxmlformats.org/officeDocument/2006/relationships/image" Target="../media/image11.jp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rawpixel.com/search/data%20analysis%20dark" TargetMode="External"/><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energiaa.vamk.fi/en/articles/komptence/zero-emission-data-center-components-and-features/" TargetMode="External"/><Relationship Id="rId2" Type="http://schemas.openxmlformats.org/officeDocument/2006/relationships/image" Target="../media/image13.jpe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devzery.com/post/which-api-is-most-popular" TargetMode="External"/><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s://www.hippopx.com/en/source-code-code-programming-c-coding-digital-software-165588" TargetMode="External"/><Relationship Id="rId2" Type="http://schemas.openxmlformats.org/officeDocument/2006/relationships/image" Target="../media/image15.jp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3" Type="http://schemas.openxmlformats.org/officeDocument/2006/relationships/hyperlink" Target="https://gijn.org/resource/tipsheet/tipsheet-latest-tools-investigating-with-telegram/" TargetMode="External"/><Relationship Id="rId2" Type="http://schemas.openxmlformats.org/officeDocument/2006/relationships/image" Target="../media/image16.jpg"/><Relationship Id="rId1" Type="http://schemas.openxmlformats.org/officeDocument/2006/relationships/slideLayout" Target="../slideLayouts/slideLayout5.xml"/><Relationship Id="rId4" Type="http://schemas.openxmlformats.org/officeDocument/2006/relationships/hyperlink" Target="https://creativecommons.org/licenses/by-nd/3.0/"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Layout" Target="../slideLayouts/slideLayout5.xml"/><Relationship Id="rId4" Type="http://schemas.microsoft.com/office/2007/relationships/hdphoto" Target="../media/hdphoto3.wdp"/></Relationships>
</file>

<file path=ppt/slides/_rels/slide15.xml.rels><?xml version="1.0" encoding="UTF-8" standalone="yes"?>
<Relationships xmlns="http://schemas.openxmlformats.org/package/2006/relationships"><Relationship Id="rId3" Type="http://schemas.openxmlformats.org/officeDocument/2006/relationships/hyperlink" Target="https://www.tosolini.info/2021/03/ambiente-di-sviluppo-per-nodejs-in-docker/" TargetMode="External"/><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hyperlink" Target="https://creativecommons.org/licenses/by-nc-sa/3.0/"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kingofbackend.tistory.com/298" TargetMode="External"/><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hyperlink" Target="https://creativecommons.org/licenses/by-nc-nd/3.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0.png"/><Relationship Id="rId1" Type="http://schemas.openxmlformats.org/officeDocument/2006/relationships/slideLayout" Target="../slideLayouts/slideLayout6.xml"/><Relationship Id="rId4" Type="http://schemas.microsoft.com/office/2007/relationships/hdphoto" Target="../media/hdphoto2.wdp"/></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534-D45B-C515-59E3-4C260019E016}"/>
              </a:ext>
            </a:extLst>
          </p:cNvPr>
          <p:cNvSpPr>
            <a:spLocks noGrp="1"/>
          </p:cNvSpPr>
          <p:nvPr>
            <p:ph type="ctrTitle"/>
          </p:nvPr>
        </p:nvSpPr>
        <p:spPr>
          <a:xfrm>
            <a:off x="3855720" y="1605915"/>
            <a:ext cx="4480560" cy="2468880"/>
          </a:xfrm>
        </p:spPr>
        <p:txBody>
          <a:bodyPr/>
          <a:lstStyle/>
          <a:p>
            <a:r>
              <a:rPr lang="en-US" dirty="0"/>
              <a:t>EGT307</a:t>
            </a:r>
            <a:br>
              <a:rPr lang="en-US" dirty="0"/>
            </a:br>
            <a:br>
              <a:rPr lang="en-US" dirty="0"/>
            </a:br>
            <a:r>
              <a:rPr lang="en-SG" b="1" dirty="0" err="1"/>
              <a:t>EnviroSense</a:t>
            </a:r>
            <a:r>
              <a:rPr lang="en-SG" dirty="0"/>
              <a:t> </a:t>
            </a:r>
            <a:endParaRPr lang="en-US" dirty="0"/>
          </a:p>
        </p:txBody>
      </p:sp>
      <p:sp>
        <p:nvSpPr>
          <p:cNvPr id="3" name="Subtitle 2">
            <a:extLst>
              <a:ext uri="{FF2B5EF4-FFF2-40B4-BE49-F238E27FC236}">
                <a16:creationId xmlns:a16="http://schemas.microsoft.com/office/drawing/2014/main" id="{22950508-6902-F575-FCC4-234E6821BF41}"/>
              </a:ext>
            </a:extLst>
          </p:cNvPr>
          <p:cNvSpPr>
            <a:spLocks noGrp="1"/>
          </p:cNvSpPr>
          <p:nvPr>
            <p:ph type="subTitle" idx="1"/>
          </p:nvPr>
        </p:nvSpPr>
        <p:spPr>
          <a:xfrm>
            <a:off x="4221480" y="4245427"/>
            <a:ext cx="3749040" cy="1463040"/>
          </a:xfrm>
        </p:spPr>
        <p:txBody>
          <a:bodyPr>
            <a:normAutofit/>
          </a:bodyPr>
          <a:lstStyle/>
          <a:p>
            <a:r>
              <a:rPr lang="en-US" dirty="0"/>
              <a:t>BY: </a:t>
            </a:r>
            <a:r>
              <a:rPr lang="en-US" dirty="0" err="1"/>
              <a:t>BACON.Inc</a:t>
            </a:r>
            <a:endParaRPr lang="en-US" dirty="0"/>
          </a:p>
          <a:p>
            <a:r>
              <a:rPr lang="en-US" dirty="0"/>
              <a:t>WEI GUAN</a:t>
            </a:r>
          </a:p>
          <a:p>
            <a:r>
              <a:rPr lang="en-US" dirty="0"/>
              <a:t>SHUN WEI </a:t>
            </a:r>
          </a:p>
          <a:p>
            <a:r>
              <a:rPr lang="en-US" dirty="0"/>
              <a:t>DEREK</a:t>
            </a:r>
          </a:p>
        </p:txBody>
      </p:sp>
    </p:spTree>
    <p:extLst>
      <p:ext uri="{BB962C8B-B14F-4D97-AF65-F5344CB8AC3E}">
        <p14:creationId xmlns:p14="http://schemas.microsoft.com/office/powerpoint/2010/main" val="2699954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9A5B3-D1E4-D0C2-F83A-1FA0DFF13296}"/>
              </a:ext>
            </a:extLst>
          </p:cNvPr>
          <p:cNvSpPr>
            <a:spLocks noGrp="1"/>
          </p:cNvSpPr>
          <p:nvPr>
            <p:ph type="title"/>
          </p:nvPr>
        </p:nvSpPr>
        <p:spPr>
          <a:xfrm>
            <a:off x="6600623" y="822960"/>
            <a:ext cx="4342337" cy="2103120"/>
          </a:xfrm>
        </p:spPr>
        <p:txBody>
          <a:bodyPr anchor="t">
            <a:normAutofit/>
          </a:bodyPr>
          <a:lstStyle/>
          <a:p>
            <a:r>
              <a:rPr lang="en-SG" dirty="0"/>
              <a:t>Problem Statement</a:t>
            </a:r>
          </a:p>
        </p:txBody>
      </p:sp>
      <p:sp>
        <p:nvSpPr>
          <p:cNvPr id="3" name="Footer Placeholder 2">
            <a:extLst>
              <a:ext uri="{FF2B5EF4-FFF2-40B4-BE49-F238E27FC236}">
                <a16:creationId xmlns:a16="http://schemas.microsoft.com/office/drawing/2014/main" id="{0EE80E97-6251-AC91-6D35-87EF2A034F80}"/>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7" name="Picture 6" descr="Picture">
            <a:extLst>
              <a:ext uri="{FF2B5EF4-FFF2-40B4-BE49-F238E27FC236}">
                <a16:creationId xmlns:a16="http://schemas.microsoft.com/office/drawing/2014/main" id="{A9E72EB2-4A4E-6262-18FA-5B39E2DB68CA}"/>
              </a:ext>
            </a:extLst>
          </p:cNvPr>
          <p:cNvPicPr>
            <a:picLocks noChangeAspect="1"/>
          </p:cNvPicPr>
          <p:nvPr/>
        </p:nvPicPr>
        <p:blipFill>
          <a:blip r:embed="rId3"/>
          <a:srcRect l="11558" r="30119" b="2"/>
          <a:stretch>
            <a:fillRect/>
          </a:stretch>
        </p:blipFill>
        <p:spPr>
          <a:xfrm>
            <a:off x="804672" y="402336"/>
            <a:ext cx="5289176" cy="6053328"/>
          </a:xfrm>
          <a:prstGeom prst="rect">
            <a:avLst/>
          </a:prstGeom>
          <a:noFill/>
          <a:ln w="6350">
            <a:solidFill>
              <a:schemeClr val="tx1"/>
            </a:solidFill>
          </a:ln>
        </p:spPr>
      </p:pic>
      <p:sp>
        <p:nvSpPr>
          <p:cNvPr id="4" name="Content Placeholder 3">
            <a:extLst>
              <a:ext uri="{FF2B5EF4-FFF2-40B4-BE49-F238E27FC236}">
                <a16:creationId xmlns:a16="http://schemas.microsoft.com/office/drawing/2014/main" id="{7D2A119A-9A1B-4BDC-333B-C4F2A646A21F}"/>
              </a:ext>
            </a:extLst>
          </p:cNvPr>
          <p:cNvSpPr>
            <a:spLocks noGrp="1"/>
          </p:cNvSpPr>
          <p:nvPr>
            <p:ph sz="quarter" idx="13"/>
          </p:nvPr>
        </p:nvSpPr>
        <p:spPr>
          <a:xfrm>
            <a:off x="6599560" y="3620018"/>
            <a:ext cx="4343400" cy="2515941"/>
          </a:xfrm>
        </p:spPr>
        <p:txBody>
          <a:bodyPr>
            <a:noAutofit/>
          </a:bodyPr>
          <a:lstStyle/>
          <a:p>
            <a:r>
              <a:rPr lang="en-SG" sz="2000" dirty="0"/>
              <a:t>Current environmental monitoring systems rely on manual analysis of sensor data, which is inefficient and prone to delayed responses. </a:t>
            </a:r>
          </a:p>
        </p:txBody>
      </p:sp>
      <p:sp>
        <p:nvSpPr>
          <p:cNvPr id="5" name="Date Placeholder 4">
            <a:extLst>
              <a:ext uri="{FF2B5EF4-FFF2-40B4-BE49-F238E27FC236}">
                <a16:creationId xmlns:a16="http://schemas.microsoft.com/office/drawing/2014/main" id="{A0D81173-2692-1EC8-9E30-62838359A5A5}"/>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ABB406EC-D35C-8A52-7BBB-EB512633B053}"/>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2</a:t>
            </a:fld>
            <a:endParaRPr lang="en-US"/>
          </a:p>
        </p:txBody>
      </p:sp>
    </p:spTree>
    <p:extLst>
      <p:ext uri="{BB962C8B-B14F-4D97-AF65-F5344CB8AC3E}">
        <p14:creationId xmlns:p14="http://schemas.microsoft.com/office/powerpoint/2010/main" val="703768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25F-70DF-3923-AECD-D2B55B5DFE5A}"/>
              </a:ext>
            </a:extLst>
          </p:cNvPr>
          <p:cNvSpPr>
            <a:spLocks noGrp="1"/>
          </p:cNvSpPr>
          <p:nvPr>
            <p:ph type="title"/>
          </p:nvPr>
        </p:nvSpPr>
        <p:spPr>
          <a:xfrm>
            <a:off x="5303520" y="786384"/>
            <a:ext cx="5669280" cy="931580"/>
          </a:xfrm>
        </p:spPr>
        <p:txBody>
          <a:bodyPr anchor="b">
            <a:normAutofit/>
          </a:bodyPr>
          <a:lstStyle/>
          <a:p>
            <a:pPr>
              <a:lnSpc>
                <a:spcPct val="90000"/>
              </a:lnSpc>
            </a:pPr>
            <a:r>
              <a:rPr lang="en-SG" sz="3000" dirty="0"/>
              <a:t>Relevance to the real world</a:t>
            </a:r>
          </a:p>
        </p:txBody>
      </p:sp>
      <p:sp>
        <p:nvSpPr>
          <p:cNvPr id="3" name="Footer Placeholder 2">
            <a:extLst>
              <a:ext uri="{FF2B5EF4-FFF2-40B4-BE49-F238E27FC236}">
                <a16:creationId xmlns:a16="http://schemas.microsoft.com/office/drawing/2014/main" id="{25928AFC-E3E8-7117-16DB-B09FFD6726EF}"/>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10" name="Picture Placeholder 9">
            <a:extLst>
              <a:ext uri="{FF2B5EF4-FFF2-40B4-BE49-F238E27FC236}">
                <a16:creationId xmlns:a16="http://schemas.microsoft.com/office/drawing/2014/main" id="{864E04B3-7C26-C99E-6274-23EDA54E63F2}"/>
              </a:ext>
            </a:extLst>
          </p:cNvPr>
          <p:cNvPicPr>
            <a:picLocks noGrp="1" noChangeAspect="1"/>
          </p:cNvPicPr>
          <p:nvPr>
            <p:ph type="pic" sz="quarter" idx="13"/>
          </p:nvPr>
        </p:nvPicPr>
        <p:blipFill>
          <a:blip r:embed="rId3"/>
          <a:srcRect l="16485" r="24771" b="2"/>
          <a:stretch>
            <a:fillRect/>
          </a:stretch>
        </p:blipFill>
        <p:spPr>
          <a:xfrm>
            <a:off x="805544" y="400051"/>
            <a:ext cx="4098966" cy="6052952"/>
          </a:xfrm>
          <a:prstGeom prst="rect">
            <a:avLst/>
          </a:prstGeom>
          <a:noFill/>
          <a:ln w="6350">
            <a:solidFill>
              <a:srgbClr val="2C2F21"/>
            </a:solidFill>
          </a:ln>
        </p:spPr>
      </p:pic>
      <p:sp>
        <p:nvSpPr>
          <p:cNvPr id="4" name="Content Placeholder 3">
            <a:extLst>
              <a:ext uri="{FF2B5EF4-FFF2-40B4-BE49-F238E27FC236}">
                <a16:creationId xmlns:a16="http://schemas.microsoft.com/office/drawing/2014/main" id="{99A27A71-EE09-D46D-7D28-B7D563897E47}"/>
              </a:ext>
            </a:extLst>
          </p:cNvPr>
          <p:cNvSpPr>
            <a:spLocks noGrp="1"/>
          </p:cNvSpPr>
          <p:nvPr>
            <p:ph sz="quarter" idx="14"/>
          </p:nvPr>
        </p:nvSpPr>
        <p:spPr>
          <a:xfrm>
            <a:off x="5303520" y="2445326"/>
            <a:ext cx="5669280" cy="3589713"/>
          </a:xfrm>
        </p:spPr>
        <p:txBody>
          <a:bodyPr>
            <a:normAutofit/>
          </a:bodyPr>
          <a:lstStyle/>
          <a:p>
            <a:r>
              <a:rPr lang="en-SG" sz="2400" dirty="0"/>
              <a:t>In a nuclear plant, catching a sudden change in air quality is a race against an invisible hazard. </a:t>
            </a:r>
          </a:p>
          <a:p>
            <a:r>
              <a:rPr lang="en-SG" sz="2400" dirty="0"/>
              <a:t>Human operators get tired and miss things. </a:t>
            </a:r>
          </a:p>
          <a:p>
            <a:r>
              <a:rPr lang="en-SG" sz="2400" dirty="0"/>
              <a:t>By using AI, the plant can predict emergencies instead of just reacting to them. </a:t>
            </a:r>
          </a:p>
        </p:txBody>
      </p:sp>
      <p:sp>
        <p:nvSpPr>
          <p:cNvPr id="5" name="Date Placeholder 4">
            <a:extLst>
              <a:ext uri="{FF2B5EF4-FFF2-40B4-BE49-F238E27FC236}">
                <a16:creationId xmlns:a16="http://schemas.microsoft.com/office/drawing/2014/main" id="{10E32BF8-70BE-4C6A-3E27-065CD075D64A}"/>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3A8E4CFF-69F8-14D3-A725-7020C7222B98}"/>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3</a:t>
            </a:fld>
            <a:endParaRPr lang="en-US"/>
          </a:p>
        </p:txBody>
      </p:sp>
    </p:spTree>
    <p:extLst>
      <p:ext uri="{BB962C8B-B14F-4D97-AF65-F5344CB8AC3E}">
        <p14:creationId xmlns:p14="http://schemas.microsoft.com/office/powerpoint/2010/main" val="3027127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5C9A-7E3C-6B76-FADF-47C0F26633B7}"/>
              </a:ext>
            </a:extLst>
          </p:cNvPr>
          <p:cNvSpPr>
            <a:spLocks noGrp="1"/>
          </p:cNvSpPr>
          <p:nvPr>
            <p:ph type="title"/>
          </p:nvPr>
        </p:nvSpPr>
        <p:spPr>
          <a:xfrm>
            <a:off x="6395601" y="793501"/>
            <a:ext cx="4668639" cy="820554"/>
          </a:xfrm>
        </p:spPr>
        <p:txBody>
          <a:bodyPr anchor="b">
            <a:normAutofit fontScale="90000"/>
          </a:bodyPr>
          <a:lstStyle/>
          <a:p>
            <a:r>
              <a:rPr lang="en-SG"/>
              <a:t>objectives</a:t>
            </a:r>
          </a:p>
        </p:txBody>
      </p:sp>
      <p:sp>
        <p:nvSpPr>
          <p:cNvPr id="3" name="Footer Placeholder 2">
            <a:extLst>
              <a:ext uri="{FF2B5EF4-FFF2-40B4-BE49-F238E27FC236}">
                <a16:creationId xmlns:a16="http://schemas.microsoft.com/office/drawing/2014/main" id="{29BC339A-8F50-0784-BA77-D11E3DB36706}"/>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2EA954F3-E23B-4AAA-7854-BCF9CAC0B0EB}"/>
              </a:ext>
            </a:extLst>
          </p:cNvPr>
          <p:cNvSpPr>
            <a:spLocks noGrp="1"/>
          </p:cNvSpPr>
          <p:nvPr>
            <p:ph type="body" sz="quarter" idx="17"/>
          </p:nvPr>
        </p:nvSpPr>
        <p:spPr>
          <a:xfrm>
            <a:off x="6395598" y="2064327"/>
            <a:ext cx="4668642" cy="3860736"/>
          </a:xfrm>
        </p:spPr>
        <p:txBody>
          <a:bodyPr>
            <a:normAutofit/>
          </a:bodyPr>
          <a:lstStyle/>
          <a:p>
            <a:pPr marL="342900" indent="-342900">
              <a:lnSpc>
                <a:spcPct val="90000"/>
              </a:lnSpc>
              <a:buFont typeface="+mj-lt"/>
              <a:buAutoNum type="arabicPeriod"/>
            </a:pPr>
            <a:r>
              <a:rPr lang="en-SG" sz="2400" dirty="0"/>
              <a:t>Automated Analysis: Use machine learning to interpret sensor data instead of relying solely on raw readings</a:t>
            </a:r>
            <a:br>
              <a:rPr lang="en-SG" sz="2400" dirty="0"/>
            </a:br>
            <a:endParaRPr lang="en-SG" sz="2400" dirty="0"/>
          </a:p>
          <a:p>
            <a:pPr marL="342900" indent="-342900">
              <a:lnSpc>
                <a:spcPct val="90000"/>
              </a:lnSpc>
              <a:buFont typeface="+mj-lt"/>
              <a:buAutoNum type="arabicPeriod"/>
            </a:pPr>
            <a:r>
              <a:rPr lang="en-SG" sz="2400" dirty="0"/>
              <a:t>Early Detection: Identify abnormal environmental conditions (e.g., pollution spikes, temperature anomalies) before they escalate.</a:t>
            </a:r>
          </a:p>
          <a:p>
            <a:pPr>
              <a:lnSpc>
                <a:spcPct val="90000"/>
              </a:lnSpc>
            </a:pPr>
            <a:endParaRPr lang="en-SG" sz="2400" dirty="0"/>
          </a:p>
        </p:txBody>
      </p:sp>
      <p:pic>
        <p:nvPicPr>
          <p:cNvPr id="12" name="Picture Placeholder 11">
            <a:extLst>
              <a:ext uri="{FF2B5EF4-FFF2-40B4-BE49-F238E27FC236}">
                <a16:creationId xmlns:a16="http://schemas.microsoft.com/office/drawing/2014/main" id="{E8B2DCCD-0ECD-6944-4C03-1D24C21835F5}"/>
              </a:ext>
            </a:extLst>
          </p:cNvPr>
          <p:cNvPicPr>
            <a:picLocks noGrp="1" noChangeAspect="1"/>
          </p:cNvPicPr>
          <p:nvPr>
            <p:ph type="pic" sz="quarter" idx="13"/>
          </p:nvPr>
        </p:nvPicPr>
        <p:blipFill>
          <a:blip r:embed="rId3"/>
          <a:srcRect l="42688" r="13624" b="1"/>
          <a:stretch>
            <a:fillRect/>
          </a:stretch>
        </p:blipFill>
        <p:spPr>
          <a:xfrm>
            <a:off x="804672" y="397791"/>
            <a:ext cx="5289176" cy="6053328"/>
          </a:xfrm>
          <a:prstGeom prst="rect">
            <a:avLst/>
          </a:prstGeom>
          <a:noFill/>
        </p:spPr>
      </p:pic>
      <p:sp>
        <p:nvSpPr>
          <p:cNvPr id="5" name="Date Placeholder 4">
            <a:extLst>
              <a:ext uri="{FF2B5EF4-FFF2-40B4-BE49-F238E27FC236}">
                <a16:creationId xmlns:a16="http://schemas.microsoft.com/office/drawing/2014/main" id="{FB80295A-201E-4C8E-5F1C-78321DECB4E1}"/>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DDF07D2A-8B5E-C403-63AE-D9A0F7900580}"/>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4</a:t>
            </a:fld>
            <a:endParaRPr lang="en-US"/>
          </a:p>
        </p:txBody>
      </p:sp>
    </p:spTree>
    <p:extLst>
      <p:ext uri="{BB962C8B-B14F-4D97-AF65-F5344CB8AC3E}">
        <p14:creationId xmlns:p14="http://schemas.microsoft.com/office/powerpoint/2010/main" val="408614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CD7B-6D14-57C9-31B0-FF2C7F3508F8}"/>
              </a:ext>
            </a:extLst>
          </p:cNvPr>
          <p:cNvSpPr>
            <a:spLocks noGrp="1"/>
          </p:cNvSpPr>
          <p:nvPr>
            <p:ph type="title"/>
          </p:nvPr>
        </p:nvSpPr>
        <p:spPr>
          <a:xfrm>
            <a:off x="1100993" y="516220"/>
            <a:ext cx="5456295" cy="675271"/>
          </a:xfrm>
        </p:spPr>
        <p:txBody>
          <a:bodyPr anchor="b">
            <a:normAutofit/>
          </a:bodyPr>
          <a:lstStyle/>
          <a:p>
            <a:r>
              <a:rPr lang="en-SG" dirty="0"/>
              <a:t>Intended benefits</a:t>
            </a:r>
          </a:p>
        </p:txBody>
      </p:sp>
      <p:sp>
        <p:nvSpPr>
          <p:cNvPr id="3" name="Footer Placeholder 2">
            <a:extLst>
              <a:ext uri="{FF2B5EF4-FFF2-40B4-BE49-F238E27FC236}">
                <a16:creationId xmlns:a16="http://schemas.microsoft.com/office/drawing/2014/main" id="{1A2E9870-B90D-6107-EC7C-F94E7FF3D9B9}"/>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5B5A5C7-4764-9F54-D4E6-F24E40DF50E1}"/>
              </a:ext>
            </a:extLst>
          </p:cNvPr>
          <p:cNvSpPr>
            <a:spLocks noGrp="1"/>
          </p:cNvSpPr>
          <p:nvPr>
            <p:ph sz="quarter" idx="14"/>
          </p:nvPr>
        </p:nvSpPr>
        <p:spPr>
          <a:xfrm>
            <a:off x="1031981" y="1707946"/>
            <a:ext cx="5456295" cy="4412060"/>
          </a:xfrm>
        </p:spPr>
        <p:txBody>
          <a:bodyPr>
            <a:noAutofit/>
          </a:bodyPr>
          <a:lstStyle/>
          <a:p>
            <a:pPr marL="342900" indent="-342900">
              <a:buFont typeface="+mj-lt"/>
              <a:buAutoNum type="arabicPeriod"/>
            </a:pPr>
            <a:r>
              <a:rPr lang="en-SG" sz="1800" dirty="0"/>
              <a:t>Reduced Manual Monitoring: AI automatically monitors environmental data, reducing the need for constant human supervision.</a:t>
            </a:r>
          </a:p>
          <a:p>
            <a:pPr marL="342900" indent="-342900">
              <a:buFont typeface="+mj-lt"/>
              <a:buAutoNum type="arabicPeriod"/>
            </a:pPr>
            <a:r>
              <a:rPr lang="en-SG" sz="1800" dirty="0"/>
              <a:t>Early Hazard Detection: Provides timely alerts to help prevent or minimise environmental risks.</a:t>
            </a:r>
          </a:p>
          <a:p>
            <a:pPr marL="342900" indent="-342900">
              <a:buFont typeface="+mj-lt"/>
              <a:buAutoNum type="arabicPeriod"/>
            </a:pPr>
            <a:r>
              <a:rPr lang="en-SG" sz="1800" dirty="0"/>
              <a:t>Improved Accuracy: AI detects abnormal patterns that may be missed during manual monitoring.</a:t>
            </a:r>
          </a:p>
          <a:p>
            <a:pPr marL="342900" indent="-342900">
              <a:buFont typeface="+mj-lt"/>
              <a:buAutoNum type="arabicPeriod"/>
            </a:pPr>
            <a:r>
              <a:rPr lang="en-SG" sz="1800" dirty="0"/>
              <a:t>Scalable and Easy to Maintain: The microservices architecture allows each service to be updated, maintained, and scaled independently.</a:t>
            </a:r>
          </a:p>
        </p:txBody>
      </p:sp>
      <p:pic>
        <p:nvPicPr>
          <p:cNvPr id="8" name="Picture Placeholder 7">
            <a:extLst>
              <a:ext uri="{FF2B5EF4-FFF2-40B4-BE49-F238E27FC236}">
                <a16:creationId xmlns:a16="http://schemas.microsoft.com/office/drawing/2014/main" id="{F6B4184B-6281-75FE-D557-8AC3BD738CB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6348" r="26348"/>
          <a:stretch/>
        </p:blipFill>
        <p:spPr>
          <a:xfrm>
            <a:off x="7078856" y="402336"/>
            <a:ext cx="4305969" cy="6053328"/>
          </a:xfrm>
          <a:noFill/>
        </p:spPr>
      </p:pic>
      <p:sp>
        <p:nvSpPr>
          <p:cNvPr id="5" name="Date Placeholder 4">
            <a:extLst>
              <a:ext uri="{FF2B5EF4-FFF2-40B4-BE49-F238E27FC236}">
                <a16:creationId xmlns:a16="http://schemas.microsoft.com/office/drawing/2014/main" id="{81DD13BB-A229-9E27-75B9-43DFD4F62A99}"/>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7DCCAA88-BC96-D2FB-AD61-20AC8FD044C9}"/>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5</a:t>
            </a:fld>
            <a:endParaRPr lang="en-US"/>
          </a:p>
        </p:txBody>
      </p:sp>
    </p:spTree>
    <p:extLst>
      <p:ext uri="{BB962C8B-B14F-4D97-AF65-F5344CB8AC3E}">
        <p14:creationId xmlns:p14="http://schemas.microsoft.com/office/powerpoint/2010/main" val="13121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30B5F-DC3E-C839-86F2-88778AD50D44}"/>
              </a:ext>
            </a:extLst>
          </p:cNvPr>
          <p:cNvSpPr>
            <a:spLocks noGrp="1"/>
          </p:cNvSpPr>
          <p:nvPr>
            <p:ph type="title"/>
          </p:nvPr>
        </p:nvSpPr>
        <p:spPr>
          <a:xfrm>
            <a:off x="1206418" y="782840"/>
            <a:ext cx="4572587" cy="3661142"/>
          </a:xfrm>
        </p:spPr>
        <p:txBody>
          <a:bodyPr anchor="t">
            <a:normAutofit/>
          </a:bodyPr>
          <a:lstStyle/>
          <a:p>
            <a:r>
              <a:rPr lang="en-SG" dirty="0"/>
              <a:t>Data sources</a:t>
            </a:r>
          </a:p>
        </p:txBody>
      </p:sp>
      <p:sp>
        <p:nvSpPr>
          <p:cNvPr id="3" name="Footer Placeholder 2">
            <a:extLst>
              <a:ext uri="{FF2B5EF4-FFF2-40B4-BE49-F238E27FC236}">
                <a16:creationId xmlns:a16="http://schemas.microsoft.com/office/drawing/2014/main" id="{04A4F64C-5856-0BD6-5177-BB6B1F57ECC3}"/>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8E76031-8AF8-B309-4CFC-5113258500C7}"/>
              </a:ext>
            </a:extLst>
          </p:cNvPr>
          <p:cNvSpPr>
            <a:spLocks noGrp="1"/>
          </p:cNvSpPr>
          <p:nvPr>
            <p:ph type="body" sz="quarter" idx="17"/>
          </p:nvPr>
        </p:nvSpPr>
        <p:spPr>
          <a:xfrm>
            <a:off x="1207009" y="2164054"/>
            <a:ext cx="4571996" cy="3034799"/>
          </a:xfrm>
        </p:spPr>
        <p:txBody>
          <a:bodyPr anchor="b">
            <a:noAutofit/>
          </a:bodyPr>
          <a:lstStyle/>
          <a:p>
            <a:pPr>
              <a:lnSpc>
                <a:spcPct val="90000"/>
              </a:lnSpc>
            </a:pPr>
            <a:r>
              <a:rPr lang="en-SG" dirty="0"/>
              <a:t>Data is collected through sensors that is placed in a controlled environment. The controlled environment is meant to simulate work conditions in a dangerous environment such has a chemical or nuclear powerplants. The following features of the data are Temperature, Humidity and Air Quality.</a:t>
            </a:r>
          </a:p>
        </p:txBody>
      </p:sp>
      <p:pic>
        <p:nvPicPr>
          <p:cNvPr id="8" name="Picture 7" descr="Digital financial graph">
            <a:extLst>
              <a:ext uri="{FF2B5EF4-FFF2-40B4-BE49-F238E27FC236}">
                <a16:creationId xmlns:a16="http://schemas.microsoft.com/office/drawing/2014/main" id="{B9271B64-D501-9092-B000-742F71AFF1C0}"/>
              </a:ext>
            </a:extLst>
          </p:cNvPr>
          <p:cNvPicPr>
            <a:picLocks noChangeAspect="1"/>
          </p:cNvPicPr>
          <p:nvPr/>
        </p:nvPicPr>
        <p:blipFill>
          <a:blip r:embed="rId3"/>
          <a:srcRect l="33068" r="17783" b="1"/>
          <a:stretch>
            <a:fillRect/>
          </a:stretch>
        </p:blipFill>
        <p:spPr>
          <a:xfrm>
            <a:off x="6099048" y="402336"/>
            <a:ext cx="5289176" cy="6053328"/>
          </a:xfrm>
          <a:prstGeom prst="rect">
            <a:avLst/>
          </a:prstGeom>
          <a:noFill/>
        </p:spPr>
      </p:pic>
      <p:sp>
        <p:nvSpPr>
          <p:cNvPr id="5" name="Date Placeholder 4">
            <a:extLst>
              <a:ext uri="{FF2B5EF4-FFF2-40B4-BE49-F238E27FC236}">
                <a16:creationId xmlns:a16="http://schemas.microsoft.com/office/drawing/2014/main" id="{845735E7-7169-251C-57A1-2C2426BA9C8D}"/>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F1E7D478-0849-3FE2-631B-D5A7012777CC}"/>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6</a:t>
            </a:fld>
            <a:endParaRPr lang="en-US"/>
          </a:p>
        </p:txBody>
      </p:sp>
    </p:spTree>
    <p:extLst>
      <p:ext uri="{BB962C8B-B14F-4D97-AF65-F5344CB8AC3E}">
        <p14:creationId xmlns:p14="http://schemas.microsoft.com/office/powerpoint/2010/main" val="1684626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4A24B-A787-5443-C639-97DBBA59F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BDE2F-EF30-1E71-B29C-168161ABE53C}"/>
              </a:ext>
            </a:extLst>
          </p:cNvPr>
          <p:cNvSpPr>
            <a:spLocks noGrp="1"/>
          </p:cNvSpPr>
          <p:nvPr>
            <p:ph type="title"/>
          </p:nvPr>
        </p:nvSpPr>
        <p:spPr/>
        <p:txBody>
          <a:bodyPr/>
          <a:lstStyle/>
          <a:p>
            <a:r>
              <a:rPr lang="en-SG" dirty="0"/>
              <a:t>Diagram</a:t>
            </a:r>
          </a:p>
        </p:txBody>
      </p:sp>
      <p:sp>
        <p:nvSpPr>
          <p:cNvPr id="3" name="Footer Placeholder 2">
            <a:extLst>
              <a:ext uri="{FF2B5EF4-FFF2-40B4-BE49-F238E27FC236}">
                <a16:creationId xmlns:a16="http://schemas.microsoft.com/office/drawing/2014/main" id="{7EACCE7B-2684-148E-BB6E-33DA03210D84}"/>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EDD1A501-7E82-3D8C-AB0A-B3B0E72B9A3C}"/>
              </a:ext>
            </a:extLst>
          </p:cNvPr>
          <p:cNvSpPr>
            <a:spLocks noGrp="1"/>
          </p:cNvSpPr>
          <p:nvPr>
            <p:ph type="dt" sz="half" idx="10"/>
          </p:nvPr>
        </p:nvSpPr>
        <p:spPr/>
        <p:txBody>
          <a:bodyPr/>
          <a:lstStyle/>
          <a:p>
            <a:fld id="{927C0DEB-4AE1-EA4D-826D-E3C22802B942}" type="datetime1">
              <a:rPr lang="en-US" smtClean="0"/>
              <a:t>8/23/2026</a:t>
            </a:fld>
            <a:endParaRPr lang="en-US" dirty="0"/>
          </a:p>
        </p:txBody>
      </p:sp>
      <p:sp>
        <p:nvSpPr>
          <p:cNvPr id="6" name="Slide Number Placeholder 5">
            <a:extLst>
              <a:ext uri="{FF2B5EF4-FFF2-40B4-BE49-F238E27FC236}">
                <a16:creationId xmlns:a16="http://schemas.microsoft.com/office/drawing/2014/main" id="{6CFB3B95-33D1-EDB4-AD85-91D9821199BB}"/>
              </a:ext>
            </a:extLst>
          </p:cNvPr>
          <p:cNvSpPr>
            <a:spLocks noGrp="1"/>
          </p:cNvSpPr>
          <p:nvPr>
            <p:ph type="sldNum" sz="quarter" idx="12"/>
          </p:nvPr>
        </p:nvSpPr>
        <p:spPr/>
        <p:txBody>
          <a:bodyPr/>
          <a:lstStyle/>
          <a:p>
            <a:fld id="{CC057153-B650-4DEB-B370-79DDCFDCE934}" type="slidenum">
              <a:rPr lang="en-US" smtClean="0"/>
              <a:pPr/>
              <a:t>7</a:t>
            </a:fld>
            <a:endParaRPr lang="en-US" dirty="0"/>
          </a:p>
        </p:txBody>
      </p:sp>
      <p:sp>
        <p:nvSpPr>
          <p:cNvPr id="7" name="Rectangle 6">
            <a:extLst>
              <a:ext uri="{FF2B5EF4-FFF2-40B4-BE49-F238E27FC236}">
                <a16:creationId xmlns:a16="http://schemas.microsoft.com/office/drawing/2014/main" id="{C49624F9-6982-B0C4-38E1-4DF939FAC8AC}"/>
              </a:ext>
            </a:extLst>
          </p:cNvPr>
          <p:cNvSpPr/>
          <p:nvPr/>
        </p:nvSpPr>
        <p:spPr>
          <a:xfrm>
            <a:off x="1066800"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IoT Sensors</a:t>
            </a:r>
          </a:p>
        </p:txBody>
      </p:sp>
      <p:sp>
        <p:nvSpPr>
          <p:cNvPr id="9" name="Rectangle 8">
            <a:extLst>
              <a:ext uri="{FF2B5EF4-FFF2-40B4-BE49-F238E27FC236}">
                <a16:creationId xmlns:a16="http://schemas.microsoft.com/office/drawing/2014/main" id="{CFC3B6A0-E473-03E1-ECE2-795F3E7548F0}"/>
              </a:ext>
            </a:extLst>
          </p:cNvPr>
          <p:cNvSpPr/>
          <p:nvPr/>
        </p:nvSpPr>
        <p:spPr>
          <a:xfrm>
            <a:off x="4317452"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 Ingestion</a:t>
            </a:r>
          </a:p>
        </p:txBody>
      </p:sp>
      <p:sp>
        <p:nvSpPr>
          <p:cNvPr id="11" name="Rectangle 10">
            <a:extLst>
              <a:ext uri="{FF2B5EF4-FFF2-40B4-BE49-F238E27FC236}">
                <a16:creationId xmlns:a16="http://schemas.microsoft.com/office/drawing/2014/main" id="{B9E4D4B0-BE1C-030E-B0D2-192719231248}"/>
              </a:ext>
            </a:extLst>
          </p:cNvPr>
          <p:cNvSpPr/>
          <p:nvPr/>
        </p:nvSpPr>
        <p:spPr>
          <a:xfrm>
            <a:off x="7529089"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Database</a:t>
            </a:r>
          </a:p>
        </p:txBody>
      </p:sp>
      <p:sp>
        <p:nvSpPr>
          <p:cNvPr id="13" name="Rectangle 12">
            <a:extLst>
              <a:ext uri="{FF2B5EF4-FFF2-40B4-BE49-F238E27FC236}">
                <a16:creationId xmlns:a16="http://schemas.microsoft.com/office/drawing/2014/main" id="{D44F0444-B1A7-0403-96E1-13A8F5C1EC4D}"/>
              </a:ext>
            </a:extLst>
          </p:cNvPr>
          <p:cNvSpPr/>
          <p:nvPr/>
        </p:nvSpPr>
        <p:spPr>
          <a:xfrm>
            <a:off x="7529089"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Backend API</a:t>
            </a:r>
          </a:p>
        </p:txBody>
      </p:sp>
      <p:sp>
        <p:nvSpPr>
          <p:cNvPr id="15" name="Rectangle 14">
            <a:extLst>
              <a:ext uri="{FF2B5EF4-FFF2-40B4-BE49-F238E27FC236}">
                <a16:creationId xmlns:a16="http://schemas.microsoft.com/office/drawing/2014/main" id="{57DE8DC9-11C5-303A-41EB-9DF7D09F57AB}"/>
              </a:ext>
            </a:extLst>
          </p:cNvPr>
          <p:cNvSpPr/>
          <p:nvPr/>
        </p:nvSpPr>
        <p:spPr>
          <a:xfrm>
            <a:off x="4329033"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MACHINE LEARNING</a:t>
            </a:r>
          </a:p>
        </p:txBody>
      </p:sp>
      <p:sp>
        <p:nvSpPr>
          <p:cNvPr id="17" name="Rectangle 16">
            <a:extLst>
              <a:ext uri="{FF2B5EF4-FFF2-40B4-BE49-F238E27FC236}">
                <a16:creationId xmlns:a16="http://schemas.microsoft.com/office/drawing/2014/main" id="{37083AA4-F232-F3BF-862F-4B730881E4AD}"/>
              </a:ext>
            </a:extLst>
          </p:cNvPr>
          <p:cNvSpPr/>
          <p:nvPr/>
        </p:nvSpPr>
        <p:spPr>
          <a:xfrm>
            <a:off x="1043638"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Prediction</a:t>
            </a:r>
          </a:p>
        </p:txBody>
      </p:sp>
      <p:sp>
        <p:nvSpPr>
          <p:cNvPr id="19" name="Rectangle 18">
            <a:extLst>
              <a:ext uri="{FF2B5EF4-FFF2-40B4-BE49-F238E27FC236}">
                <a16:creationId xmlns:a16="http://schemas.microsoft.com/office/drawing/2014/main" id="{82CCFD25-8EE3-FEE1-4035-D3DE5F08BEBB}"/>
              </a:ext>
            </a:extLst>
          </p:cNvPr>
          <p:cNvSpPr/>
          <p:nvPr/>
        </p:nvSpPr>
        <p:spPr>
          <a:xfrm>
            <a:off x="1043638"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Notification</a:t>
            </a:r>
          </a:p>
        </p:txBody>
      </p:sp>
      <p:sp>
        <p:nvSpPr>
          <p:cNvPr id="21" name="Rectangle 20">
            <a:extLst>
              <a:ext uri="{FF2B5EF4-FFF2-40B4-BE49-F238E27FC236}">
                <a16:creationId xmlns:a16="http://schemas.microsoft.com/office/drawing/2014/main" id="{AFC60817-335B-FB4E-DB77-7D0AA77F5DC1}"/>
              </a:ext>
            </a:extLst>
          </p:cNvPr>
          <p:cNvSpPr/>
          <p:nvPr/>
        </p:nvSpPr>
        <p:spPr>
          <a:xfrm>
            <a:off x="4329033"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Telegram Bot</a:t>
            </a:r>
          </a:p>
        </p:txBody>
      </p:sp>
      <p:cxnSp>
        <p:nvCxnSpPr>
          <p:cNvPr id="23" name="Straight Arrow Connector 22">
            <a:extLst>
              <a:ext uri="{FF2B5EF4-FFF2-40B4-BE49-F238E27FC236}">
                <a16:creationId xmlns:a16="http://schemas.microsoft.com/office/drawing/2014/main" id="{1E18CB8C-27B7-999F-0D60-9C0CB9D43C61}"/>
              </a:ext>
            </a:extLst>
          </p:cNvPr>
          <p:cNvCxnSpPr>
            <a:stCxn id="7" idx="3"/>
            <a:endCxn id="9" idx="1"/>
          </p:cNvCxnSpPr>
          <p:nvPr/>
        </p:nvCxnSpPr>
        <p:spPr>
          <a:xfrm>
            <a:off x="3073880" y="2222740"/>
            <a:ext cx="124357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Straight Arrow Connector 24">
            <a:extLst>
              <a:ext uri="{FF2B5EF4-FFF2-40B4-BE49-F238E27FC236}">
                <a16:creationId xmlns:a16="http://schemas.microsoft.com/office/drawing/2014/main" id="{C8605026-19AE-2552-B82E-278DBC7642BB}"/>
              </a:ext>
            </a:extLst>
          </p:cNvPr>
          <p:cNvCxnSpPr>
            <a:cxnSpLocks/>
            <a:stCxn id="9" idx="3"/>
            <a:endCxn id="11" idx="1"/>
          </p:cNvCxnSpPr>
          <p:nvPr/>
        </p:nvCxnSpPr>
        <p:spPr>
          <a:xfrm>
            <a:off x="6324532" y="2222740"/>
            <a:ext cx="1204557"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9" name="Straight Arrow Connector 28">
            <a:extLst>
              <a:ext uri="{FF2B5EF4-FFF2-40B4-BE49-F238E27FC236}">
                <a16:creationId xmlns:a16="http://schemas.microsoft.com/office/drawing/2014/main" id="{9FB595AA-95C4-8DD5-6CAB-64CC4EF25F7E}"/>
              </a:ext>
            </a:extLst>
          </p:cNvPr>
          <p:cNvCxnSpPr>
            <a:stCxn id="11" idx="2"/>
            <a:endCxn id="13" idx="0"/>
          </p:cNvCxnSpPr>
          <p:nvPr/>
        </p:nvCxnSpPr>
        <p:spPr>
          <a:xfrm>
            <a:off x="8532629" y="2708695"/>
            <a:ext cx="0" cy="565554"/>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A769D896-C4CE-B2AF-5303-59C4706AAF52}"/>
              </a:ext>
            </a:extLst>
          </p:cNvPr>
          <p:cNvCxnSpPr>
            <a:stCxn id="13" idx="1"/>
            <a:endCxn id="15" idx="3"/>
          </p:cNvCxnSpPr>
          <p:nvPr/>
        </p:nvCxnSpPr>
        <p:spPr>
          <a:xfrm flipH="1">
            <a:off x="6336113" y="3760204"/>
            <a:ext cx="1192976"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82CCA0C9-4E67-06C8-5F06-97A1EBA73AF7}"/>
              </a:ext>
            </a:extLst>
          </p:cNvPr>
          <p:cNvCxnSpPr>
            <a:stCxn id="15" idx="1"/>
            <a:endCxn id="17" idx="3"/>
          </p:cNvCxnSpPr>
          <p:nvPr/>
        </p:nvCxnSpPr>
        <p:spPr>
          <a:xfrm flipH="1">
            <a:off x="3050718" y="3760204"/>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B7C09E6D-8179-6929-B8C7-3B8DF8919F1F}"/>
              </a:ext>
            </a:extLst>
          </p:cNvPr>
          <p:cNvCxnSpPr>
            <a:stCxn id="17" idx="2"/>
            <a:endCxn id="19" idx="0"/>
          </p:cNvCxnSpPr>
          <p:nvPr/>
        </p:nvCxnSpPr>
        <p:spPr>
          <a:xfrm>
            <a:off x="2047178" y="4246159"/>
            <a:ext cx="0" cy="782957"/>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C860D47B-8950-6405-088D-8C47A9B4BA89}"/>
              </a:ext>
            </a:extLst>
          </p:cNvPr>
          <p:cNvCxnSpPr>
            <a:stCxn id="19" idx="3"/>
            <a:endCxn id="21" idx="1"/>
          </p:cNvCxnSpPr>
          <p:nvPr/>
        </p:nvCxnSpPr>
        <p:spPr>
          <a:xfrm>
            <a:off x="3050718" y="5515071"/>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FF7827A5-7D57-8FF6-F4F0-A50EEA2ADA8F}"/>
              </a:ext>
            </a:extLst>
          </p:cNvPr>
          <p:cNvSpPr/>
          <p:nvPr/>
        </p:nvSpPr>
        <p:spPr>
          <a:xfrm>
            <a:off x="7591265"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FRONTEND DASHBOARD</a:t>
            </a:r>
          </a:p>
        </p:txBody>
      </p:sp>
      <p:cxnSp>
        <p:nvCxnSpPr>
          <p:cNvPr id="12" name="Straight Arrow Connector 11">
            <a:extLst>
              <a:ext uri="{FF2B5EF4-FFF2-40B4-BE49-F238E27FC236}">
                <a16:creationId xmlns:a16="http://schemas.microsoft.com/office/drawing/2014/main" id="{AD051656-A33A-2CF1-E4EB-1BD7EDEF2466}"/>
              </a:ext>
            </a:extLst>
          </p:cNvPr>
          <p:cNvCxnSpPr>
            <a:stCxn id="21" idx="3"/>
            <a:endCxn id="8" idx="1"/>
          </p:cNvCxnSpPr>
          <p:nvPr/>
        </p:nvCxnSpPr>
        <p:spPr>
          <a:xfrm>
            <a:off x="6336113" y="5515071"/>
            <a:ext cx="125515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648405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92F94-A031-7A6A-2DA7-E2A321F1B516}"/>
              </a:ext>
            </a:extLst>
          </p:cNvPr>
          <p:cNvSpPr>
            <a:spLocks noGrp="1"/>
          </p:cNvSpPr>
          <p:nvPr>
            <p:ph type="title"/>
          </p:nvPr>
        </p:nvSpPr>
        <p:spPr>
          <a:xfrm>
            <a:off x="1206418" y="782840"/>
            <a:ext cx="4572587" cy="1380739"/>
          </a:xfrm>
        </p:spPr>
        <p:txBody>
          <a:bodyPr>
            <a:normAutofit fontScale="90000"/>
          </a:bodyPr>
          <a:lstStyle/>
          <a:p>
            <a:r>
              <a:rPr lang="en-SG" dirty="0"/>
              <a:t>Sensor architecture</a:t>
            </a:r>
          </a:p>
        </p:txBody>
      </p:sp>
      <p:sp>
        <p:nvSpPr>
          <p:cNvPr id="3" name="Footer Placeholder 2">
            <a:extLst>
              <a:ext uri="{FF2B5EF4-FFF2-40B4-BE49-F238E27FC236}">
                <a16:creationId xmlns:a16="http://schemas.microsoft.com/office/drawing/2014/main" id="{AF027D43-FE4B-0127-CE01-548B26383EAD}"/>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8FF6066-94BD-B347-99D0-64F42C6E0C70}"/>
              </a:ext>
            </a:extLst>
          </p:cNvPr>
          <p:cNvSpPr>
            <a:spLocks noGrp="1"/>
          </p:cNvSpPr>
          <p:nvPr>
            <p:ph type="body" sz="quarter" idx="17"/>
          </p:nvPr>
        </p:nvSpPr>
        <p:spPr>
          <a:xfrm>
            <a:off x="1207008" y="2725947"/>
            <a:ext cx="4571996" cy="3318231"/>
          </a:xfrm>
        </p:spPr>
        <p:txBody>
          <a:bodyPr>
            <a:normAutofit fontScale="92500" lnSpcReduction="10000"/>
          </a:bodyPr>
          <a:lstStyle/>
          <a:p>
            <a:r>
              <a:rPr lang="en-SG" dirty="0"/>
              <a:t>The Sensor Architecture is responsible for simulating IoT sensors by continuously reading environmental data from the CSV dataset. It loops through the existing dataset and sends one record at a time to the Data Ingestion Service through REST API requests. This simulates a real-time data stream, allowing the rest of the system to process, analyse, and display sensor data as if it were coming from actual IoT devices. </a:t>
            </a:r>
          </a:p>
        </p:txBody>
      </p:sp>
      <p:sp>
        <p:nvSpPr>
          <p:cNvPr id="6" name="Date Placeholder 5">
            <a:extLst>
              <a:ext uri="{FF2B5EF4-FFF2-40B4-BE49-F238E27FC236}">
                <a16:creationId xmlns:a16="http://schemas.microsoft.com/office/drawing/2014/main" id="{0F9608B7-7213-E5DC-199D-C01D6AAC2CB0}"/>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B8A93E28-69FA-89D6-D91D-0DBA1013A5FC}"/>
              </a:ext>
            </a:extLst>
          </p:cNvPr>
          <p:cNvSpPr>
            <a:spLocks noGrp="1"/>
          </p:cNvSpPr>
          <p:nvPr>
            <p:ph type="sldNum" sz="quarter" idx="16"/>
          </p:nvPr>
        </p:nvSpPr>
        <p:spPr/>
        <p:txBody>
          <a:bodyPr/>
          <a:lstStyle/>
          <a:p>
            <a:fld id="{CC057153-B650-4DEB-B370-79DDCFDCE934}" type="slidenum">
              <a:rPr lang="en-US" smtClean="0"/>
              <a:pPr/>
              <a:t>8</a:t>
            </a:fld>
            <a:endParaRPr lang="en-US" dirty="0"/>
          </a:p>
        </p:txBody>
      </p:sp>
      <p:pic>
        <p:nvPicPr>
          <p:cNvPr id="17" name="Picture Placeholder 16">
            <a:extLst>
              <a:ext uri="{FF2B5EF4-FFF2-40B4-BE49-F238E27FC236}">
                <a16:creationId xmlns:a16="http://schemas.microsoft.com/office/drawing/2014/main" id="{9AD42681-2962-4758-F485-CA9ABF084A6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18" name="TextBox 17">
            <a:extLst>
              <a:ext uri="{FF2B5EF4-FFF2-40B4-BE49-F238E27FC236}">
                <a16:creationId xmlns:a16="http://schemas.microsoft.com/office/drawing/2014/main" id="{8BDD0478-4BE9-D354-71C6-AD2BD2FF0714}"/>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iabac.org/blog/the-future-of-data-analytics-and-emerging-trend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3013077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9B7DC-47D6-72B9-D0FB-E9ABB6029E8D}"/>
              </a:ext>
            </a:extLst>
          </p:cNvPr>
          <p:cNvSpPr>
            <a:spLocks noGrp="1"/>
          </p:cNvSpPr>
          <p:nvPr>
            <p:ph type="title"/>
          </p:nvPr>
        </p:nvSpPr>
        <p:spPr>
          <a:xfrm>
            <a:off x="1206418" y="782840"/>
            <a:ext cx="4572587" cy="833175"/>
          </a:xfrm>
        </p:spPr>
        <p:txBody>
          <a:bodyPr>
            <a:normAutofit fontScale="90000"/>
          </a:bodyPr>
          <a:lstStyle/>
          <a:p>
            <a:r>
              <a:rPr lang="en-SG" dirty="0"/>
              <a:t>DATA INGESTION</a:t>
            </a:r>
          </a:p>
        </p:txBody>
      </p:sp>
      <p:sp>
        <p:nvSpPr>
          <p:cNvPr id="3" name="Footer Placeholder 2">
            <a:extLst>
              <a:ext uri="{FF2B5EF4-FFF2-40B4-BE49-F238E27FC236}">
                <a16:creationId xmlns:a16="http://schemas.microsoft.com/office/drawing/2014/main" id="{8D5AA647-70A1-69B6-F7FC-A2082516C2A3}"/>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9687C84-25D8-A7DE-7A00-FE25E577BA8B}"/>
              </a:ext>
            </a:extLst>
          </p:cNvPr>
          <p:cNvSpPr>
            <a:spLocks noGrp="1"/>
          </p:cNvSpPr>
          <p:nvPr>
            <p:ph type="body" sz="quarter" idx="17"/>
          </p:nvPr>
        </p:nvSpPr>
        <p:spPr>
          <a:xfrm>
            <a:off x="1206418" y="1823049"/>
            <a:ext cx="4571996" cy="4106174"/>
          </a:xfrm>
        </p:spPr>
        <p:txBody>
          <a:bodyPr>
            <a:normAutofit/>
          </a:bodyPr>
          <a:lstStyle/>
          <a:p>
            <a:r>
              <a:rPr lang="en-SG" dirty="0"/>
              <a:t>The Data Ingestion Service collects real-time sensor data, such as temperature, humidity, CO₂, and air quality, from IoT sensors. It validates the data, stores it in the database, and sends it to the Machine Learning Service for analysis. Separating this function into its own microservice makes the system easier to scale, maintain, and expand.</a:t>
            </a:r>
          </a:p>
          <a:p>
            <a:endParaRPr lang="en-SG" dirty="0"/>
          </a:p>
        </p:txBody>
      </p:sp>
      <p:pic>
        <p:nvPicPr>
          <p:cNvPr id="9" name="Picture Placeholder 8">
            <a:extLst>
              <a:ext uri="{FF2B5EF4-FFF2-40B4-BE49-F238E27FC236}">
                <a16:creationId xmlns:a16="http://schemas.microsoft.com/office/drawing/2014/main" id="{9908E4EA-ABA8-98AA-86C4-BC72C4BA933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97" r="20897"/>
          <a:stretch>
            <a:fillRect/>
          </a:stretch>
        </p:blipFill>
        <p:spPr/>
      </p:pic>
      <p:sp>
        <p:nvSpPr>
          <p:cNvPr id="6" name="Date Placeholder 5">
            <a:extLst>
              <a:ext uri="{FF2B5EF4-FFF2-40B4-BE49-F238E27FC236}">
                <a16:creationId xmlns:a16="http://schemas.microsoft.com/office/drawing/2014/main" id="{E6AE5C68-68C2-8F6B-F781-D19966212566}"/>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BD867DBB-5597-BC0A-AA94-D17F2C325856}"/>
              </a:ext>
            </a:extLst>
          </p:cNvPr>
          <p:cNvSpPr>
            <a:spLocks noGrp="1"/>
          </p:cNvSpPr>
          <p:nvPr>
            <p:ph type="sldNum" sz="quarter" idx="16"/>
          </p:nvPr>
        </p:nvSpPr>
        <p:spPr/>
        <p:txBody>
          <a:bodyPr/>
          <a:lstStyle/>
          <a:p>
            <a:fld id="{CC057153-B650-4DEB-B370-79DDCFDCE934}" type="slidenum">
              <a:rPr lang="en-US" smtClean="0"/>
              <a:pPr/>
              <a:t>9</a:t>
            </a:fld>
            <a:endParaRPr lang="en-US" dirty="0"/>
          </a:p>
        </p:txBody>
      </p:sp>
    </p:spTree>
    <p:extLst>
      <p:ext uri="{BB962C8B-B14F-4D97-AF65-F5344CB8AC3E}">
        <p14:creationId xmlns:p14="http://schemas.microsoft.com/office/powerpoint/2010/main" val="1411302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F0E5A-B24B-B480-BAAE-921C635EBCE7}"/>
              </a:ext>
            </a:extLst>
          </p:cNvPr>
          <p:cNvSpPr>
            <a:spLocks noGrp="1"/>
          </p:cNvSpPr>
          <p:nvPr>
            <p:ph type="title"/>
          </p:nvPr>
        </p:nvSpPr>
        <p:spPr>
          <a:xfrm>
            <a:off x="1206418" y="782840"/>
            <a:ext cx="4572587" cy="988451"/>
          </a:xfrm>
        </p:spPr>
        <p:txBody>
          <a:bodyPr/>
          <a:lstStyle/>
          <a:p>
            <a:r>
              <a:rPr lang="en-SG" dirty="0"/>
              <a:t>DATABASE</a:t>
            </a:r>
          </a:p>
        </p:txBody>
      </p:sp>
      <p:sp>
        <p:nvSpPr>
          <p:cNvPr id="3" name="Footer Placeholder 2">
            <a:extLst>
              <a:ext uri="{FF2B5EF4-FFF2-40B4-BE49-F238E27FC236}">
                <a16:creationId xmlns:a16="http://schemas.microsoft.com/office/drawing/2014/main" id="{E01AF8C9-C92A-CCA7-45CF-4BF73452086B}"/>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1F084E66-1C31-2500-4BB6-A0DD61601EE2}"/>
              </a:ext>
            </a:extLst>
          </p:cNvPr>
          <p:cNvSpPr>
            <a:spLocks noGrp="1"/>
          </p:cNvSpPr>
          <p:nvPr>
            <p:ph type="body" sz="quarter" idx="17"/>
          </p:nvPr>
        </p:nvSpPr>
        <p:spPr>
          <a:xfrm>
            <a:off x="1207009" y="2306129"/>
            <a:ext cx="4571996" cy="3538994"/>
          </a:xfrm>
        </p:spPr>
        <p:txBody>
          <a:bodyPr>
            <a:normAutofit/>
          </a:bodyPr>
          <a:lstStyle/>
          <a:p>
            <a:r>
              <a:rPr lang="en-SG" sz="1800" dirty="0"/>
              <a:t>The Database Service stores the imported environmental monitoring dataset, anomaly prediction results, and historical records. The Backend API retrieves data from the database for preprocessing and machine learning analysis, while prediction results are stored for future reference and visualisation. This provides persistent and centralized data storage, enabling efficient data management and historical analysis.</a:t>
            </a:r>
          </a:p>
          <a:p>
            <a:endParaRPr lang="en-SG" sz="1800" dirty="0"/>
          </a:p>
        </p:txBody>
      </p:sp>
      <p:pic>
        <p:nvPicPr>
          <p:cNvPr id="9" name="Picture Placeholder 8">
            <a:extLst>
              <a:ext uri="{FF2B5EF4-FFF2-40B4-BE49-F238E27FC236}">
                <a16:creationId xmlns:a16="http://schemas.microsoft.com/office/drawing/2014/main" id="{5279ADA1-F4CF-163D-3E09-33CBCCB7FC6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4519" r="24519"/>
          <a:stretch>
            <a:fillRect/>
          </a:stretch>
        </p:blipFill>
        <p:spPr/>
      </p:pic>
      <p:sp>
        <p:nvSpPr>
          <p:cNvPr id="6" name="Date Placeholder 5">
            <a:extLst>
              <a:ext uri="{FF2B5EF4-FFF2-40B4-BE49-F238E27FC236}">
                <a16:creationId xmlns:a16="http://schemas.microsoft.com/office/drawing/2014/main" id="{AE9FD764-B9E7-72F9-5D46-AAB080244C6D}"/>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A70C4D73-8E1B-045E-7BF3-BFE9F28D1312}"/>
              </a:ext>
            </a:extLst>
          </p:cNvPr>
          <p:cNvSpPr>
            <a:spLocks noGrp="1"/>
          </p:cNvSpPr>
          <p:nvPr>
            <p:ph type="sldNum" sz="quarter" idx="16"/>
          </p:nvPr>
        </p:nvSpPr>
        <p:spPr/>
        <p:txBody>
          <a:bodyPr/>
          <a:lstStyle/>
          <a:p>
            <a:fld id="{CC057153-B650-4DEB-B370-79DDCFDCE934}" type="slidenum">
              <a:rPr lang="en-US" smtClean="0"/>
              <a:pPr/>
              <a:t>10</a:t>
            </a:fld>
            <a:endParaRPr lang="en-US" dirty="0"/>
          </a:p>
        </p:txBody>
      </p:sp>
      <p:sp>
        <p:nvSpPr>
          <p:cNvPr id="10" name="TextBox 9">
            <a:extLst>
              <a:ext uri="{FF2B5EF4-FFF2-40B4-BE49-F238E27FC236}">
                <a16:creationId xmlns:a16="http://schemas.microsoft.com/office/drawing/2014/main" id="{4649C93F-384D-228F-A4FE-E6EEC45FC973}"/>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energiaa.vamk.fi/en/articles/komptence/zero-emission-data-center-components-and-feature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22030765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901A4-F17D-BB5C-CF56-32B98D42BEB8}"/>
              </a:ext>
            </a:extLst>
          </p:cNvPr>
          <p:cNvSpPr>
            <a:spLocks noGrp="1"/>
          </p:cNvSpPr>
          <p:nvPr>
            <p:ph type="title"/>
          </p:nvPr>
        </p:nvSpPr>
        <p:spPr>
          <a:xfrm>
            <a:off x="1206418" y="782840"/>
            <a:ext cx="4572587" cy="988451"/>
          </a:xfrm>
        </p:spPr>
        <p:txBody>
          <a:bodyPr/>
          <a:lstStyle/>
          <a:p>
            <a:r>
              <a:rPr lang="en-SG" dirty="0"/>
              <a:t>BACKEND API</a:t>
            </a:r>
          </a:p>
        </p:txBody>
      </p:sp>
      <p:sp>
        <p:nvSpPr>
          <p:cNvPr id="3" name="Footer Placeholder 2">
            <a:extLst>
              <a:ext uri="{FF2B5EF4-FFF2-40B4-BE49-F238E27FC236}">
                <a16:creationId xmlns:a16="http://schemas.microsoft.com/office/drawing/2014/main" id="{137D5DF4-57DC-DAAE-0FB7-43A45738D5C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FD9DBE9B-E33E-1377-E13B-33438B878D0B}"/>
              </a:ext>
            </a:extLst>
          </p:cNvPr>
          <p:cNvSpPr>
            <a:spLocks noGrp="1"/>
          </p:cNvSpPr>
          <p:nvPr>
            <p:ph type="body" sz="quarter" idx="17"/>
          </p:nvPr>
        </p:nvSpPr>
        <p:spPr>
          <a:xfrm>
            <a:off x="1206418" y="2587925"/>
            <a:ext cx="4571996" cy="3444751"/>
          </a:xfrm>
        </p:spPr>
        <p:txBody>
          <a:bodyPr>
            <a:noAutofit/>
          </a:bodyPr>
          <a:lstStyle/>
          <a:p>
            <a:r>
              <a:rPr lang="en-SG" sz="2200" dirty="0"/>
              <a:t>The Backend API Service acts as the communication layer between all microservices. It receives requests from the Frontend Dashboard, retrieves sensor data from the database, sends data to the Machine Learning Service for prediction, stores the prediction results, and returns the processed information to the user.</a:t>
            </a:r>
          </a:p>
        </p:txBody>
      </p:sp>
      <p:pic>
        <p:nvPicPr>
          <p:cNvPr id="11" name="Picture Placeholder 10">
            <a:extLst>
              <a:ext uri="{FF2B5EF4-FFF2-40B4-BE49-F238E27FC236}">
                <a16:creationId xmlns:a16="http://schemas.microsoft.com/office/drawing/2014/main" id="{EFEA5F83-09BA-5FFA-B165-8D032994C07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186" r="20186"/>
          <a:stretch>
            <a:fillRect/>
          </a:stretch>
        </p:blipFill>
        <p:spPr/>
      </p:pic>
      <p:sp>
        <p:nvSpPr>
          <p:cNvPr id="6" name="Date Placeholder 5">
            <a:extLst>
              <a:ext uri="{FF2B5EF4-FFF2-40B4-BE49-F238E27FC236}">
                <a16:creationId xmlns:a16="http://schemas.microsoft.com/office/drawing/2014/main" id="{0A9A5BA0-0E9A-A512-52AB-AF95C12897B8}"/>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EE93730F-4822-CE24-75E7-29D777282DB7}"/>
              </a:ext>
            </a:extLst>
          </p:cNvPr>
          <p:cNvSpPr>
            <a:spLocks noGrp="1"/>
          </p:cNvSpPr>
          <p:nvPr>
            <p:ph type="sldNum" sz="quarter" idx="16"/>
          </p:nvPr>
        </p:nvSpPr>
        <p:spPr/>
        <p:txBody>
          <a:bodyPr/>
          <a:lstStyle/>
          <a:p>
            <a:fld id="{CC057153-B650-4DEB-B370-79DDCFDCE934}" type="slidenum">
              <a:rPr lang="en-US" smtClean="0"/>
              <a:pPr/>
              <a:t>11</a:t>
            </a:fld>
            <a:endParaRPr lang="en-US" dirty="0"/>
          </a:p>
        </p:txBody>
      </p:sp>
    </p:spTree>
    <p:extLst>
      <p:ext uri="{BB962C8B-B14F-4D97-AF65-F5344CB8AC3E}">
        <p14:creationId xmlns:p14="http://schemas.microsoft.com/office/powerpoint/2010/main" val="11223502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996FA-5CDB-38EA-C314-20A7D3B73B1E}"/>
              </a:ext>
            </a:extLst>
          </p:cNvPr>
          <p:cNvSpPr>
            <a:spLocks noGrp="1"/>
          </p:cNvSpPr>
          <p:nvPr>
            <p:ph type="title"/>
          </p:nvPr>
        </p:nvSpPr>
        <p:spPr>
          <a:xfrm>
            <a:off x="1207008" y="786384"/>
            <a:ext cx="3595634" cy="1920240"/>
          </a:xfrm>
        </p:spPr>
        <p:txBody>
          <a:bodyPr anchor="t">
            <a:normAutofit/>
          </a:bodyPr>
          <a:lstStyle/>
          <a:p>
            <a:r>
              <a:rPr lang="en-SG" dirty="0"/>
              <a:t>MACHINE LEARNING</a:t>
            </a:r>
          </a:p>
        </p:txBody>
      </p:sp>
      <p:sp>
        <p:nvSpPr>
          <p:cNvPr id="3" name="Footer Placeholder 2">
            <a:extLst>
              <a:ext uri="{FF2B5EF4-FFF2-40B4-BE49-F238E27FC236}">
                <a16:creationId xmlns:a16="http://schemas.microsoft.com/office/drawing/2014/main" id="{32F2DFD3-85FB-CCD8-8239-D2725E65F67A}"/>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11FD2D7-80AB-8915-426E-1B7BB86AD5FA}"/>
              </a:ext>
            </a:extLst>
          </p:cNvPr>
          <p:cNvSpPr>
            <a:spLocks noGrp="1"/>
          </p:cNvSpPr>
          <p:nvPr>
            <p:ph type="body" sz="half" idx="2"/>
          </p:nvPr>
        </p:nvSpPr>
        <p:spPr>
          <a:xfrm>
            <a:off x="1207008" y="2292927"/>
            <a:ext cx="3585586" cy="3751257"/>
          </a:xfrm>
        </p:spPr>
        <p:txBody>
          <a:bodyPr anchor="b">
            <a:normAutofit/>
          </a:bodyPr>
          <a:lstStyle/>
          <a:p>
            <a:r>
              <a:rPr lang="en-SG" sz="1900" dirty="0"/>
              <a:t>The Machine Learning Service receives validated sensor data from the Backend API, analyses it using the trained model, and returns prediction results. If an abnormal condition is detected, the Backend API stores the result in the database and triggers the Notification Service to send a Telegram alert.</a:t>
            </a:r>
          </a:p>
          <a:p>
            <a:endParaRPr lang="en-SG" sz="1900" dirty="0"/>
          </a:p>
        </p:txBody>
      </p:sp>
      <p:pic>
        <p:nvPicPr>
          <p:cNvPr id="8" name="Picture Placeholder 7">
            <a:extLst>
              <a:ext uri="{FF2B5EF4-FFF2-40B4-BE49-F238E27FC236}">
                <a16:creationId xmlns:a16="http://schemas.microsoft.com/office/drawing/2014/main" id="{066A5C73-7ED1-8DA9-15DA-6EB5221B4EC7}"/>
              </a:ext>
            </a:extLst>
          </p:cNvPr>
          <p:cNvPicPr>
            <a:picLocks noGrp="1" noChangeAspect="1"/>
          </p:cNvPicPr>
          <p:nvPr>
            <p:ph type="pic" idx="1"/>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5155" r="15155"/>
          <a:stretch>
            <a:fillRect/>
          </a:stretch>
        </p:blipFill>
        <p:spPr>
          <a:xfrm>
            <a:off x="5062538" y="401638"/>
            <a:ext cx="6329362" cy="6054725"/>
          </a:xfrm>
        </p:spPr>
      </p:pic>
      <p:sp>
        <p:nvSpPr>
          <p:cNvPr id="5" name="Date Placeholder 4">
            <a:extLst>
              <a:ext uri="{FF2B5EF4-FFF2-40B4-BE49-F238E27FC236}">
                <a16:creationId xmlns:a16="http://schemas.microsoft.com/office/drawing/2014/main" id="{8A36F9D2-4C85-2A4E-4F02-F16819F3451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F89C23D6-8443-978E-F5FF-276AD0A7C93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12</a:t>
            </a:fld>
            <a:endParaRPr lang="en-US"/>
          </a:p>
        </p:txBody>
      </p:sp>
    </p:spTree>
    <p:extLst>
      <p:ext uri="{BB962C8B-B14F-4D97-AF65-F5344CB8AC3E}">
        <p14:creationId xmlns:p14="http://schemas.microsoft.com/office/powerpoint/2010/main" val="308232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52860-A454-C766-1297-A5EE12511C10}"/>
              </a:ext>
            </a:extLst>
          </p:cNvPr>
          <p:cNvSpPr>
            <a:spLocks noGrp="1"/>
          </p:cNvSpPr>
          <p:nvPr>
            <p:ph type="title"/>
          </p:nvPr>
        </p:nvSpPr>
        <p:spPr>
          <a:xfrm>
            <a:off x="1206418" y="782840"/>
            <a:ext cx="4572587" cy="1281487"/>
          </a:xfrm>
        </p:spPr>
        <p:txBody>
          <a:bodyPr>
            <a:normAutofit fontScale="90000"/>
          </a:bodyPr>
          <a:lstStyle/>
          <a:p>
            <a:r>
              <a:rPr lang="en-SG" dirty="0"/>
              <a:t>NOTIFICATION SERVICE</a:t>
            </a:r>
          </a:p>
        </p:txBody>
      </p:sp>
      <p:sp>
        <p:nvSpPr>
          <p:cNvPr id="3" name="Footer Placeholder 2">
            <a:extLst>
              <a:ext uri="{FF2B5EF4-FFF2-40B4-BE49-F238E27FC236}">
                <a16:creationId xmlns:a16="http://schemas.microsoft.com/office/drawing/2014/main" id="{384F1C7C-23BD-5D23-530F-20360A4CD789}"/>
              </a:ext>
            </a:extLst>
          </p:cNvPr>
          <p:cNvSpPr>
            <a:spLocks noGrp="1"/>
          </p:cNvSpPr>
          <p:nvPr>
            <p:ph type="ftr" sz="quarter" idx="15"/>
          </p:nvPr>
        </p:nvSpPr>
        <p:spPr/>
        <p:txBody>
          <a:bodyPr/>
          <a:lstStyle/>
          <a:p>
            <a:r>
              <a:rPr lang="en-US"/>
              <a:t>SAMPLE FOOTER TEXT</a:t>
            </a:r>
            <a:endParaRPr lang="en-US" dirty="0"/>
          </a:p>
        </p:txBody>
      </p:sp>
      <p:pic>
        <p:nvPicPr>
          <p:cNvPr id="10" name="Picture Placeholder 9">
            <a:extLst>
              <a:ext uri="{FF2B5EF4-FFF2-40B4-BE49-F238E27FC236}">
                <a16:creationId xmlns:a16="http://schemas.microsoft.com/office/drawing/2014/main" id="{9C2A1AE6-DE04-3486-4E6A-EB6B325AC57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6" name="Date Placeholder 5">
            <a:extLst>
              <a:ext uri="{FF2B5EF4-FFF2-40B4-BE49-F238E27FC236}">
                <a16:creationId xmlns:a16="http://schemas.microsoft.com/office/drawing/2014/main" id="{B88C8E87-5105-3DE0-6EF9-3A71DA8D6058}"/>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942279FD-7466-D66B-F933-A562F0ACE8F2}"/>
              </a:ext>
            </a:extLst>
          </p:cNvPr>
          <p:cNvSpPr>
            <a:spLocks noGrp="1"/>
          </p:cNvSpPr>
          <p:nvPr>
            <p:ph type="sldNum" sz="quarter" idx="16"/>
          </p:nvPr>
        </p:nvSpPr>
        <p:spPr/>
        <p:txBody>
          <a:bodyPr/>
          <a:lstStyle/>
          <a:p>
            <a:fld id="{CC057153-B650-4DEB-B370-79DDCFDCE934}" type="slidenum">
              <a:rPr lang="en-US" smtClean="0"/>
              <a:pPr/>
              <a:t>13</a:t>
            </a:fld>
            <a:endParaRPr lang="en-US" dirty="0"/>
          </a:p>
        </p:txBody>
      </p:sp>
      <p:sp>
        <p:nvSpPr>
          <p:cNvPr id="8" name="Content Placeholder 3">
            <a:extLst>
              <a:ext uri="{FF2B5EF4-FFF2-40B4-BE49-F238E27FC236}">
                <a16:creationId xmlns:a16="http://schemas.microsoft.com/office/drawing/2014/main" id="{82FEFF40-B72C-811B-8841-35EE459505D8}"/>
              </a:ext>
            </a:extLst>
          </p:cNvPr>
          <p:cNvSpPr>
            <a:spLocks noGrp="1"/>
          </p:cNvSpPr>
          <p:nvPr>
            <p:ph type="body" sz="quarter" idx="17"/>
          </p:nvPr>
        </p:nvSpPr>
        <p:spPr>
          <a:xfrm>
            <a:off x="1206500" y="2792413"/>
            <a:ext cx="4572000" cy="3251200"/>
          </a:xfrm>
        </p:spPr>
        <p:txBody>
          <a:bodyPr anchor="ctr">
            <a:normAutofit fontScale="92500" lnSpcReduction="10000"/>
          </a:bodyPr>
          <a:lstStyle/>
          <a:p>
            <a:r>
              <a:rPr lang="en-SG" dirty="0"/>
              <a:t>The Notification Service monitors the AI prediction results and checks for abnormal environmental conditions. When a sensor reading exceeds the predefined threshold, it automatically sends an alert to users through a Telegram bot. This allows users to receive instant notifications on their phones and respond quickly. As a separate microservice, it is also easy to maintain, update, and scale independently.</a:t>
            </a:r>
          </a:p>
        </p:txBody>
      </p:sp>
      <p:sp>
        <p:nvSpPr>
          <p:cNvPr id="11" name="TextBox 10">
            <a:extLst>
              <a:ext uri="{FF2B5EF4-FFF2-40B4-BE49-F238E27FC236}">
                <a16:creationId xmlns:a16="http://schemas.microsoft.com/office/drawing/2014/main" id="{C1CE44BE-7EE0-E680-1E1B-ECC347B54EC9}"/>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gijn.org/resource/tipsheet/tipsheet-latest-tools-investigating-with-telegram/"/>
              </a:rPr>
              <a:t>This Photo</a:t>
            </a:r>
            <a:r>
              <a:rPr lang="en-SG" sz="900"/>
              <a:t> by Unknown Author is licensed under </a:t>
            </a:r>
            <a:r>
              <a:rPr lang="en-SG" sz="900">
                <a:hlinkClick r:id="rId4" tooltip="https://creativecommons.org/licenses/by-nd/3.0/"/>
              </a:rPr>
              <a:t>CC BY-ND</a:t>
            </a:r>
            <a:endParaRPr lang="en-SG" sz="900"/>
          </a:p>
        </p:txBody>
      </p:sp>
    </p:spTree>
    <p:extLst>
      <p:ext uri="{BB962C8B-B14F-4D97-AF65-F5344CB8AC3E}">
        <p14:creationId xmlns:p14="http://schemas.microsoft.com/office/powerpoint/2010/main" val="37255306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B6B6-40D2-4144-C3BF-18AA8170E948}"/>
              </a:ext>
            </a:extLst>
          </p:cNvPr>
          <p:cNvSpPr>
            <a:spLocks noGrp="1"/>
          </p:cNvSpPr>
          <p:nvPr>
            <p:ph type="title"/>
          </p:nvPr>
        </p:nvSpPr>
        <p:spPr>
          <a:xfrm>
            <a:off x="1206418" y="782840"/>
            <a:ext cx="4572587" cy="1736073"/>
          </a:xfrm>
        </p:spPr>
        <p:txBody>
          <a:bodyPr/>
          <a:lstStyle/>
          <a:p>
            <a:r>
              <a:rPr lang="en-SG" dirty="0"/>
              <a:t>FRONTEND DASHBOARD</a:t>
            </a:r>
          </a:p>
        </p:txBody>
      </p:sp>
      <p:sp>
        <p:nvSpPr>
          <p:cNvPr id="3" name="Footer Placeholder 2">
            <a:extLst>
              <a:ext uri="{FF2B5EF4-FFF2-40B4-BE49-F238E27FC236}">
                <a16:creationId xmlns:a16="http://schemas.microsoft.com/office/drawing/2014/main" id="{0DC5634A-D3AA-431A-1C48-BEA376B6CDC9}"/>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8BD4E338-5428-915D-9027-1CD87A0019DA}"/>
              </a:ext>
            </a:extLst>
          </p:cNvPr>
          <p:cNvSpPr>
            <a:spLocks noGrp="1"/>
          </p:cNvSpPr>
          <p:nvPr>
            <p:ph type="body" sz="quarter" idx="17"/>
          </p:nvPr>
        </p:nvSpPr>
        <p:spPr>
          <a:xfrm>
            <a:off x="1207008" y="2641645"/>
            <a:ext cx="4571996" cy="3402533"/>
          </a:xfrm>
        </p:spPr>
        <p:txBody>
          <a:bodyPr>
            <a:normAutofit/>
          </a:bodyPr>
          <a:lstStyle/>
          <a:p>
            <a:r>
              <a:rPr lang="en-SG" dirty="0"/>
              <a:t>The Frontend Dashboard provides a user-friendly interface for monitoring environmental conditions. It displays sensor data, anomaly detection results, and historical trends by sending REST API requests to the Backend API. Users can easily view environmental status and receive alerts without directly interacting with the database.</a:t>
            </a:r>
          </a:p>
        </p:txBody>
      </p:sp>
      <p:pic>
        <p:nvPicPr>
          <p:cNvPr id="9" name="Picture Placeholder 8">
            <a:extLst>
              <a:ext uri="{FF2B5EF4-FFF2-40B4-BE49-F238E27FC236}">
                <a16:creationId xmlns:a16="http://schemas.microsoft.com/office/drawing/2014/main" id="{38E7DCAB-4FA6-E21D-C291-4F565E3A09F4}"/>
              </a:ext>
            </a:extLst>
          </p:cNvPr>
          <p:cNvPicPr>
            <a:picLocks noGrp="1" noChangeAspect="1"/>
          </p:cNvPicPr>
          <p:nvPr>
            <p:ph type="pic" sz="quarter" idx="13"/>
          </p:nvPr>
        </p:nvPicPr>
        <p:blipFill>
          <a:blip r:embed="rId2"/>
          <a:srcRect t="2057" b="2057"/>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b="1"/>
            </a:stretch>
          </a:blipFill>
        </p:spPr>
      </p:pic>
      <p:sp>
        <p:nvSpPr>
          <p:cNvPr id="6" name="Date Placeholder 5">
            <a:extLst>
              <a:ext uri="{FF2B5EF4-FFF2-40B4-BE49-F238E27FC236}">
                <a16:creationId xmlns:a16="http://schemas.microsoft.com/office/drawing/2014/main" id="{5FCC26C3-99B7-286E-01C2-0823E6FAAED3}"/>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C99EB775-34C7-FD0F-C16C-F0DEF9C5A447}"/>
              </a:ext>
            </a:extLst>
          </p:cNvPr>
          <p:cNvSpPr>
            <a:spLocks noGrp="1"/>
          </p:cNvSpPr>
          <p:nvPr>
            <p:ph type="sldNum" sz="quarter" idx="16"/>
          </p:nvPr>
        </p:nvSpPr>
        <p:spPr/>
        <p:txBody>
          <a:bodyPr/>
          <a:lstStyle/>
          <a:p>
            <a:fld id="{CC057153-B650-4DEB-B370-79DDCFDCE934}" type="slidenum">
              <a:rPr lang="en-US" smtClean="0"/>
              <a:pPr/>
              <a:t>14</a:t>
            </a:fld>
            <a:endParaRPr lang="en-US" dirty="0"/>
          </a:p>
        </p:txBody>
      </p:sp>
    </p:spTree>
    <p:extLst>
      <p:ext uri="{BB962C8B-B14F-4D97-AF65-F5344CB8AC3E}">
        <p14:creationId xmlns:p14="http://schemas.microsoft.com/office/powerpoint/2010/main" val="2594699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FD95B-E1CA-A7DC-AF1F-35D92E1CEC91}"/>
              </a:ext>
            </a:extLst>
          </p:cNvPr>
          <p:cNvSpPr>
            <a:spLocks noGrp="1"/>
          </p:cNvSpPr>
          <p:nvPr>
            <p:ph type="title"/>
          </p:nvPr>
        </p:nvSpPr>
        <p:spPr>
          <a:xfrm>
            <a:off x="6319094" y="890221"/>
            <a:ext cx="4668639" cy="720043"/>
          </a:xfrm>
        </p:spPr>
        <p:txBody>
          <a:bodyPr>
            <a:normAutofit fontScale="90000"/>
          </a:bodyPr>
          <a:lstStyle/>
          <a:p>
            <a:r>
              <a:rPr lang="en-SG" dirty="0"/>
              <a:t>DOCKER</a:t>
            </a:r>
          </a:p>
        </p:txBody>
      </p:sp>
      <p:sp>
        <p:nvSpPr>
          <p:cNvPr id="3" name="Footer Placeholder 2">
            <a:extLst>
              <a:ext uri="{FF2B5EF4-FFF2-40B4-BE49-F238E27FC236}">
                <a16:creationId xmlns:a16="http://schemas.microsoft.com/office/drawing/2014/main" id="{D19EE75C-8CEE-1CF8-2479-82AD11E0CC46}"/>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B5BEA697-B7AA-F59E-75C3-97FC3BDBFE90}"/>
              </a:ext>
            </a:extLst>
          </p:cNvPr>
          <p:cNvSpPr>
            <a:spLocks noGrp="1"/>
          </p:cNvSpPr>
          <p:nvPr>
            <p:ph type="body" sz="quarter" idx="17"/>
          </p:nvPr>
        </p:nvSpPr>
        <p:spPr>
          <a:xfrm>
            <a:off x="6395598" y="2329132"/>
            <a:ext cx="4668642" cy="3061093"/>
          </a:xfrm>
        </p:spPr>
        <p:txBody>
          <a:bodyPr>
            <a:normAutofit/>
          </a:bodyPr>
          <a:lstStyle/>
          <a:p>
            <a:r>
              <a:rPr lang="en-SG" dirty="0"/>
              <a:t>Each application component is packaged as a Docker container to provide a lightweight, portable, and consistent runtime environment across development, testing, and production. Docker eliminates dependency conflicts and ensures that the application behaves consistently regardless of the deployment platform.</a:t>
            </a:r>
          </a:p>
          <a:p>
            <a:endParaRPr lang="en-SG" dirty="0"/>
          </a:p>
        </p:txBody>
      </p:sp>
      <p:pic>
        <p:nvPicPr>
          <p:cNvPr id="9" name="Picture Placeholder 8">
            <a:extLst>
              <a:ext uri="{FF2B5EF4-FFF2-40B4-BE49-F238E27FC236}">
                <a16:creationId xmlns:a16="http://schemas.microsoft.com/office/drawing/2014/main" id="{4149F194-76B9-CA5C-5ADF-BDBCDAC48EBF}"/>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5427" r="25427"/>
          <a:stretch>
            <a:fillRect/>
          </a:stretch>
        </p:blipFill>
        <p:spPr/>
      </p:pic>
      <p:sp>
        <p:nvSpPr>
          <p:cNvPr id="6" name="Date Placeholder 5">
            <a:extLst>
              <a:ext uri="{FF2B5EF4-FFF2-40B4-BE49-F238E27FC236}">
                <a16:creationId xmlns:a16="http://schemas.microsoft.com/office/drawing/2014/main" id="{B13BFEA6-D246-B372-B36B-F3AA97197CF2}"/>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9A82E095-4DE7-930F-65E9-25F1FA7369DC}"/>
              </a:ext>
            </a:extLst>
          </p:cNvPr>
          <p:cNvSpPr>
            <a:spLocks noGrp="1"/>
          </p:cNvSpPr>
          <p:nvPr>
            <p:ph type="sldNum" sz="quarter" idx="16"/>
          </p:nvPr>
        </p:nvSpPr>
        <p:spPr/>
        <p:txBody>
          <a:bodyPr/>
          <a:lstStyle/>
          <a:p>
            <a:fld id="{CC057153-B650-4DEB-B370-79DDCFDCE934}" type="slidenum">
              <a:rPr lang="en-US" smtClean="0"/>
              <a:pPr/>
              <a:t>15</a:t>
            </a:fld>
            <a:endParaRPr lang="en-US" dirty="0"/>
          </a:p>
        </p:txBody>
      </p:sp>
      <p:sp>
        <p:nvSpPr>
          <p:cNvPr id="10" name="TextBox 9">
            <a:extLst>
              <a:ext uri="{FF2B5EF4-FFF2-40B4-BE49-F238E27FC236}">
                <a16:creationId xmlns:a16="http://schemas.microsoft.com/office/drawing/2014/main" id="{127FF5DD-E520-442A-CBD8-B8FD505C5624}"/>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www.tosolini.info/2021/03/ambiente-di-sviluppo-per-nodejs-in-docker/"/>
              </a:rPr>
              <a:t>This Photo</a:t>
            </a:r>
            <a:r>
              <a:rPr lang="en-SG" sz="900"/>
              <a:t> by Unknown Author is licensed under </a:t>
            </a:r>
            <a:r>
              <a:rPr lang="en-SG" sz="900">
                <a:hlinkClick r:id="rId4" tooltip="https://creativecommons.org/licenses/by-nc-sa/3.0/"/>
              </a:rPr>
              <a:t>CC BY-SA-NC</a:t>
            </a:r>
            <a:endParaRPr lang="en-SG" sz="900"/>
          </a:p>
        </p:txBody>
      </p:sp>
    </p:spTree>
    <p:extLst>
      <p:ext uri="{BB962C8B-B14F-4D97-AF65-F5344CB8AC3E}">
        <p14:creationId xmlns:p14="http://schemas.microsoft.com/office/powerpoint/2010/main" val="3790876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8E02-D064-AB8B-549D-5DDDAF9F6993}"/>
              </a:ext>
            </a:extLst>
          </p:cNvPr>
          <p:cNvSpPr>
            <a:spLocks noGrp="1"/>
          </p:cNvSpPr>
          <p:nvPr>
            <p:ph type="title"/>
          </p:nvPr>
        </p:nvSpPr>
        <p:spPr>
          <a:xfrm>
            <a:off x="6319094" y="717693"/>
            <a:ext cx="4668639" cy="869567"/>
          </a:xfrm>
        </p:spPr>
        <p:txBody>
          <a:bodyPr/>
          <a:lstStyle/>
          <a:p>
            <a:r>
              <a:rPr lang="en-SG" dirty="0"/>
              <a:t>KUBERNATES</a:t>
            </a:r>
          </a:p>
        </p:txBody>
      </p:sp>
      <p:sp>
        <p:nvSpPr>
          <p:cNvPr id="3" name="Footer Placeholder 2">
            <a:extLst>
              <a:ext uri="{FF2B5EF4-FFF2-40B4-BE49-F238E27FC236}">
                <a16:creationId xmlns:a16="http://schemas.microsoft.com/office/drawing/2014/main" id="{234D3129-C973-444F-F9A8-30E05375D84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73999E55-980C-6B91-A407-8C422F887F53}"/>
              </a:ext>
            </a:extLst>
          </p:cNvPr>
          <p:cNvSpPr>
            <a:spLocks noGrp="1"/>
          </p:cNvSpPr>
          <p:nvPr>
            <p:ph type="body" sz="quarter" idx="17"/>
          </p:nvPr>
        </p:nvSpPr>
        <p:spPr>
          <a:xfrm>
            <a:off x="6372594" y="2294626"/>
            <a:ext cx="4668642" cy="3400399"/>
          </a:xfrm>
        </p:spPr>
        <p:txBody>
          <a:bodyPr>
            <a:normAutofit fontScale="92500" lnSpcReduction="10000"/>
          </a:bodyPr>
          <a:lstStyle/>
          <a:p>
            <a:r>
              <a:rPr lang="en-SG" dirty="0"/>
              <a:t>The containers are orchestrated using Kubernetes, which automates deployment, scaling, load balancing, and recovery of application services. Kubernetes continuously monitors the desired state of the system and automatically replaces failed Pods, ensuring high availability and fault tolerance. The orchestration platform also enables the application to scale horizontally by creating additional Pods when system workload increases.</a:t>
            </a:r>
          </a:p>
          <a:p>
            <a:endParaRPr lang="en-SG" dirty="0"/>
          </a:p>
        </p:txBody>
      </p:sp>
      <p:pic>
        <p:nvPicPr>
          <p:cNvPr id="12" name="Picture Placeholder 11">
            <a:extLst>
              <a:ext uri="{FF2B5EF4-FFF2-40B4-BE49-F238E27FC236}">
                <a16:creationId xmlns:a16="http://schemas.microsoft.com/office/drawing/2014/main" id="{307289DC-6F0C-0F99-F4C4-9D61DF8F55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1372" r="31372"/>
          <a:stretch>
            <a:fillRect/>
          </a:stretch>
        </p:blipFill>
        <p:spPr/>
      </p:pic>
      <p:sp>
        <p:nvSpPr>
          <p:cNvPr id="6" name="Date Placeholder 5">
            <a:extLst>
              <a:ext uri="{FF2B5EF4-FFF2-40B4-BE49-F238E27FC236}">
                <a16:creationId xmlns:a16="http://schemas.microsoft.com/office/drawing/2014/main" id="{BD14BB4B-5BB4-A3DB-DB80-D4F60EC7AA59}"/>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348E9B33-72B3-8873-FD0E-53B9E963E455}"/>
              </a:ext>
            </a:extLst>
          </p:cNvPr>
          <p:cNvSpPr>
            <a:spLocks noGrp="1"/>
          </p:cNvSpPr>
          <p:nvPr>
            <p:ph type="sldNum" sz="quarter" idx="16"/>
          </p:nvPr>
        </p:nvSpPr>
        <p:spPr/>
        <p:txBody>
          <a:bodyPr/>
          <a:lstStyle/>
          <a:p>
            <a:fld id="{CC057153-B650-4DEB-B370-79DDCFDCE934}" type="slidenum">
              <a:rPr lang="en-US" smtClean="0"/>
              <a:pPr/>
              <a:t>16</a:t>
            </a:fld>
            <a:endParaRPr lang="en-US" dirty="0"/>
          </a:p>
        </p:txBody>
      </p:sp>
      <p:sp>
        <p:nvSpPr>
          <p:cNvPr id="13" name="TextBox 12">
            <a:extLst>
              <a:ext uri="{FF2B5EF4-FFF2-40B4-BE49-F238E27FC236}">
                <a16:creationId xmlns:a16="http://schemas.microsoft.com/office/drawing/2014/main" id="{B24F345F-497B-D20B-D12D-AAAD5A0D76D3}"/>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kingofbackend.tistory.com/298"/>
              </a:rPr>
              <a:t>This Photo</a:t>
            </a:r>
            <a:r>
              <a:rPr lang="en-SG" sz="900"/>
              <a:t> by Unknown Author is licensed under </a:t>
            </a:r>
            <a:r>
              <a:rPr lang="en-SG" sz="900">
                <a:hlinkClick r:id="rId4" tooltip="https://creativecommons.org/licenses/by-nc-nd/3.0/"/>
              </a:rPr>
              <a:t>CC BY-NC-ND</a:t>
            </a:r>
            <a:endParaRPr lang="en-SG" sz="900"/>
          </a:p>
        </p:txBody>
      </p:sp>
    </p:spTree>
    <p:extLst>
      <p:ext uri="{BB962C8B-B14F-4D97-AF65-F5344CB8AC3E}">
        <p14:creationId xmlns:p14="http://schemas.microsoft.com/office/powerpoint/2010/main" val="1037093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37CEC-6158-B98D-E621-287B87B304CE}"/>
              </a:ext>
            </a:extLst>
          </p:cNvPr>
          <p:cNvSpPr>
            <a:spLocks noGrp="1"/>
          </p:cNvSpPr>
          <p:nvPr>
            <p:ph type="title"/>
          </p:nvPr>
        </p:nvSpPr>
        <p:spPr>
          <a:xfrm>
            <a:off x="6377783" y="485956"/>
            <a:ext cx="4704272" cy="1365848"/>
          </a:xfrm>
        </p:spPr>
        <p:txBody>
          <a:bodyPr>
            <a:noAutofit/>
          </a:bodyPr>
          <a:lstStyle/>
          <a:p>
            <a:r>
              <a:rPr lang="en-SG" sz="3600" dirty="0"/>
              <a:t>ISSUES AND LIMITATIONS</a:t>
            </a:r>
          </a:p>
        </p:txBody>
      </p:sp>
      <p:sp>
        <p:nvSpPr>
          <p:cNvPr id="3" name="Footer Placeholder 2">
            <a:extLst>
              <a:ext uri="{FF2B5EF4-FFF2-40B4-BE49-F238E27FC236}">
                <a16:creationId xmlns:a16="http://schemas.microsoft.com/office/drawing/2014/main" id="{1C599535-6C0F-FFB9-1F4E-44732071D903}"/>
              </a:ext>
            </a:extLst>
          </p:cNvPr>
          <p:cNvSpPr>
            <a:spLocks noGrp="1"/>
          </p:cNvSpPr>
          <p:nvPr>
            <p:ph type="ftr" sz="quarter" idx="15"/>
          </p:nvPr>
        </p:nvSpPr>
        <p:spPr/>
        <p:txBody>
          <a:bodyPr/>
          <a:lstStyle/>
          <a:p>
            <a:r>
              <a:rPr lang="en-US"/>
              <a:t>SAMPLE FOOTER TEXT</a:t>
            </a:r>
            <a:endParaRPr lang="en-US" dirty="0"/>
          </a:p>
        </p:txBody>
      </p:sp>
      <p:pic>
        <p:nvPicPr>
          <p:cNvPr id="9" name="Picture Placeholder 8">
            <a:extLst>
              <a:ext uri="{FF2B5EF4-FFF2-40B4-BE49-F238E27FC236}">
                <a16:creationId xmlns:a16="http://schemas.microsoft.com/office/drawing/2014/main" id="{350D2366-D80C-18EB-A647-264563A84C73}"/>
              </a:ext>
            </a:extLst>
          </p:cNvPr>
          <p:cNvPicPr>
            <a:picLocks noGrp="1" noChangeAspect="1"/>
          </p:cNvPicPr>
          <p:nvPr>
            <p:ph type="pic" sz="quarter" idx="13"/>
          </p:nvPr>
        </p:nvPicPr>
        <p:blipFill>
          <a:blip r:embed="rId2"/>
          <a:srcRect l="6434" r="6434"/>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l="52" t="75" r="1"/>
            </a:stretch>
          </a:blipFill>
        </p:spPr>
      </p:pic>
      <p:sp>
        <p:nvSpPr>
          <p:cNvPr id="5" name="Text Placeholder 4">
            <a:extLst>
              <a:ext uri="{FF2B5EF4-FFF2-40B4-BE49-F238E27FC236}">
                <a16:creationId xmlns:a16="http://schemas.microsoft.com/office/drawing/2014/main" id="{AE237FAB-451C-AA19-4CE1-7461D379C840}"/>
              </a:ext>
            </a:extLst>
          </p:cNvPr>
          <p:cNvSpPr>
            <a:spLocks noGrp="1"/>
          </p:cNvSpPr>
          <p:nvPr>
            <p:ph type="body" sz="quarter" idx="17"/>
          </p:nvPr>
        </p:nvSpPr>
        <p:spPr>
          <a:xfrm>
            <a:off x="6395599" y="1788543"/>
            <a:ext cx="4668641" cy="4583502"/>
          </a:xfrm>
        </p:spPr>
        <p:txBody>
          <a:bodyPr>
            <a:normAutofit/>
          </a:bodyPr>
          <a:lstStyle/>
          <a:p>
            <a:r>
              <a:rPr lang="en-SG" b="1" dirty="0"/>
              <a:t>Limited Dataset and Simulation:</a:t>
            </a:r>
            <a:r>
              <a:rPr lang="en-SG" dirty="0"/>
              <a:t> The system uses a limited, static CSV dataset to simulate IoT sensors, so it may not fully represent real-world sensor behaviour or how the ML model performs on new data.</a:t>
            </a:r>
          </a:p>
          <a:p>
            <a:r>
              <a:rPr lang="en-SG" b="1" dirty="0"/>
              <a:t>Alert Threshold:</a:t>
            </a:r>
            <a:r>
              <a:rPr lang="en-SG" dirty="0"/>
              <a:t> The “</a:t>
            </a:r>
            <a:r>
              <a:rPr lang="en-SG" dirty="0" err="1"/>
              <a:t>anomaly_score_threshold</a:t>
            </a:r>
            <a:r>
              <a:rPr lang="en-SG" dirty="0"/>
              <a:t>” is a design choice. A threshold that is too low may cause too many false alerts, while one that is too high may cause genuine anomalies to be missed.</a:t>
            </a:r>
          </a:p>
          <a:p>
            <a:endParaRPr lang="en-SG" dirty="0"/>
          </a:p>
        </p:txBody>
      </p:sp>
      <p:sp>
        <p:nvSpPr>
          <p:cNvPr id="6" name="Date Placeholder 5">
            <a:extLst>
              <a:ext uri="{FF2B5EF4-FFF2-40B4-BE49-F238E27FC236}">
                <a16:creationId xmlns:a16="http://schemas.microsoft.com/office/drawing/2014/main" id="{1ED10475-0B6F-B758-429F-25A827BC460A}"/>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C07EC82B-0AC5-0E2C-E83D-20E770C39FBA}"/>
              </a:ext>
            </a:extLst>
          </p:cNvPr>
          <p:cNvSpPr>
            <a:spLocks noGrp="1"/>
          </p:cNvSpPr>
          <p:nvPr>
            <p:ph type="sldNum" sz="quarter" idx="16"/>
          </p:nvPr>
        </p:nvSpPr>
        <p:spPr/>
        <p:txBody>
          <a:bodyPr/>
          <a:lstStyle/>
          <a:p>
            <a:fld id="{CC057153-B650-4DEB-B370-79DDCFDCE934}" type="slidenum">
              <a:rPr lang="en-US" smtClean="0"/>
              <a:pPr/>
              <a:t>17</a:t>
            </a:fld>
            <a:endParaRPr lang="en-US" dirty="0"/>
          </a:p>
        </p:txBody>
      </p:sp>
    </p:spTree>
    <p:extLst>
      <p:ext uri="{BB962C8B-B14F-4D97-AF65-F5344CB8AC3E}">
        <p14:creationId xmlns:p14="http://schemas.microsoft.com/office/powerpoint/2010/main" val="27079185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8DD1-7479-764A-DF22-CB34F7461435}"/>
              </a:ext>
            </a:extLst>
          </p:cNvPr>
          <p:cNvSpPr>
            <a:spLocks noGrp="1"/>
          </p:cNvSpPr>
          <p:nvPr>
            <p:ph type="ctrTitle"/>
          </p:nvPr>
        </p:nvSpPr>
        <p:spPr>
          <a:xfrm>
            <a:off x="3855719" y="1605914"/>
            <a:ext cx="4609407" cy="2252577"/>
          </a:xfrm>
        </p:spPr>
        <p:txBody>
          <a:bodyPr/>
          <a:lstStyle/>
          <a:p>
            <a:r>
              <a:rPr lang="en-SG" dirty="0"/>
              <a:t>THANK YOU</a:t>
            </a:r>
          </a:p>
        </p:txBody>
      </p:sp>
    </p:spTree>
    <p:extLst>
      <p:ext uri="{BB962C8B-B14F-4D97-AF65-F5344CB8AC3E}">
        <p14:creationId xmlns:p14="http://schemas.microsoft.com/office/powerpoint/2010/main" val="1247991930"/>
      </p:ext>
    </p:extLst>
  </p:cSld>
  <p:clrMapOvr>
    <a:masterClrMapping/>
  </p:clrMapOvr>
</p:sld>
</file>

<file path=ppt/theme/theme1.xml><?xml version="1.0" encoding="utf-8"?>
<a:theme xmlns:a="http://schemas.openxmlformats.org/drawingml/2006/main" name="Circinate">
  <a:themeElements>
    <a:clrScheme name="Custom 9">
      <a:dk1>
        <a:srgbClr val="2C2F21"/>
      </a:dk1>
      <a:lt1>
        <a:srgbClr val="EBE3D8"/>
      </a:lt1>
      <a:dk2>
        <a:srgbClr val="000000"/>
      </a:dk2>
      <a:lt2>
        <a:srgbClr val="FFFFFF"/>
      </a:lt2>
      <a:accent1>
        <a:srgbClr val="625D3F"/>
      </a:accent1>
      <a:accent2>
        <a:srgbClr val="0E273F"/>
      </a:accent2>
      <a:accent3>
        <a:srgbClr val="C9C4BE"/>
      </a:accent3>
      <a:accent4>
        <a:srgbClr val="A39481"/>
      </a:accent4>
      <a:accent5>
        <a:srgbClr val="2C1E20"/>
      </a:accent5>
      <a:accent6>
        <a:srgbClr val="E8E8E8"/>
      </a:accent6>
      <a:hlink>
        <a:srgbClr val="467886"/>
      </a:hlink>
      <a:folHlink>
        <a:srgbClr val="96607D"/>
      </a:folHlink>
    </a:clrScheme>
    <a:fontScheme name="Custom 22">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rcinate_CoPilot Layouts_win32_EF_v10" id="{57103A69-FC02-49FB-8E53-10BABFFCD93C}" vid="{B3D2483F-31ED-465D-9D6C-68F8665CCF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CEDABF-7176-4A42-8EF9-E5D4DD31FF6C}">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dcmitype/"/>
    <ds:schemaRef ds:uri="http://schemas.openxmlformats.org/package/2006/metadata/core-properties"/>
    <ds:schemaRef ds:uri="http://www.w3.org/XML/1998/namespace"/>
    <ds:schemaRef ds:uri="230e9df3-be65-4c73-a93b-d1236ebd677e"/>
    <ds:schemaRef ds:uri="http://purl.org/dc/elements/1.1/"/>
    <ds:schemaRef ds:uri="16c05727-aa75-4e4a-9b5f-8a80a1165891"/>
    <ds:schemaRef ds:uri="71af3243-3dd4-4a8d-8c0d-dd76da1f02a5"/>
    <ds:schemaRef ds:uri="http://schemas.microsoft.com/sharepoint/v3"/>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{32446FC3-48EC-49A4-9FC9-82EF0C14EE09}2072efd3-9e25-4cdd-b63c-4f45856e1088-TF04e7500e-8796-4ab9-8c97-6eb5a495ab0a_win32</Template>
  <TotalTime>135</TotalTime>
  <Words>1031</Words>
  <Application>Microsoft Office PowerPoint</Application>
  <PresentationFormat>Widescreen</PresentationFormat>
  <Paragraphs>110</Paragraphs>
  <Slides>18</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Bahnschrift Light</vt:lpstr>
      <vt:lpstr>Circinate</vt:lpstr>
      <vt:lpstr>EGT307  EnviroSense </vt:lpstr>
      <vt:lpstr>Problem Statement</vt:lpstr>
      <vt:lpstr>Relevance to the real world</vt:lpstr>
      <vt:lpstr>objectives</vt:lpstr>
      <vt:lpstr>Intended benefits</vt:lpstr>
      <vt:lpstr>Data sources</vt:lpstr>
      <vt:lpstr>Diagram</vt:lpstr>
      <vt:lpstr>Sensor architecture</vt:lpstr>
      <vt:lpstr>DATA INGESTION</vt:lpstr>
      <vt:lpstr>DATABASE</vt:lpstr>
      <vt:lpstr>BACKEND API</vt:lpstr>
      <vt:lpstr>MACHINE LEARNING</vt:lpstr>
      <vt:lpstr>NOTIFICATION SERVICE</vt:lpstr>
      <vt:lpstr>FRONTEND DASHBOARD</vt:lpstr>
      <vt:lpstr>DOCKER</vt:lpstr>
      <vt:lpstr>KUBERNATES</vt:lpstr>
      <vt:lpstr>ISSUES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apple pine</dc:creator>
  <cp:lastModifiedBy>apple pine</cp:lastModifiedBy>
  <cp:revision>20</cp:revision>
  <dcterms:created xsi:type="dcterms:W3CDTF">2026-07-06T08:25:19Z</dcterms:created>
  <dcterms:modified xsi:type="dcterms:W3CDTF">2026-08-22T16:25:34Z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