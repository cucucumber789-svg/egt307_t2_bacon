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15"/>
  </p:notesMasterIdLst>
  <p:handoutMasterIdLst>
    <p:handoutMasterId r:id="rId16"/>
  </p:handoutMasterIdLst>
  <p:sldIdLst>
    <p:sldId id="264" r:id="rId5"/>
    <p:sldId id="265" r:id="rId6"/>
    <p:sldId id="272" r:id="rId7"/>
    <p:sldId id="266" r:id="rId8"/>
    <p:sldId id="267" r:id="rId9"/>
    <p:sldId id="268" r:id="rId10"/>
    <p:sldId id="269" r:id="rId11"/>
    <p:sldId id="270" r:id="rId12"/>
    <p:sldId id="271" r:id="rId13"/>
    <p:sldId id="27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TEAM BACON</a:t>
            </a:r>
          </a:p>
          <a:p>
            <a:r>
              <a:rPr lang="en-US" dirty="0"/>
              <a:t>WEI GUAN</a:t>
            </a:r>
          </a:p>
          <a:p>
            <a:r>
              <a:rPr lang="en-US" dirty="0"/>
              <a:t>SHUN WEI </a:t>
            </a:r>
          </a:p>
          <a:p>
            <a:r>
              <a:rPr lang="en-US" dirty="0"/>
              <a:t>DEREK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95239-9BBD-01A8-B192-6B72EB6F89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Problem statement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484B56-B94D-6D6D-F0E1-26A03E022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73928D-F822-872E-AEB2-898C26A51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722563-0A53-48A7-6503-2538BC40F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69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5B3-D1E4-D0C2-F83A-1FA0DFF1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80E97-6251-AC91-6D35-87EF2A03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A119A-9A1B-4BDC-333B-C4F2A646A2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81173-2692-1EC8-9E30-62838359A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406EC-D35C-8A52-7BBB-EB512633B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76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8FB65-E92A-9D55-F7E1-938891E8A2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Objectives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EFA38-3F70-0F7D-636F-755C34F03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1233-6318-9E50-6D27-72BFB585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43C50A-6321-93AA-1E3D-B2D85FEBB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91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F6106-7A0A-48DF-A54A-1203136FE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Docker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BCAD1A-CFBC-A349-DD67-7349B93D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4730D-F0FF-B752-323B-BE0157CA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7DB59-C4F8-CDE1-61A4-49E42A744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138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EF88-486E-52FF-3AF3-C50D322E68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KUBERNATES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F62700-C8BC-371F-E4A0-146018195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86FD1-37AC-99FB-025F-EC72261E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8F73AA-8FFF-4571-C0CF-0F21F722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361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766A-8D26-6DCE-60BF-703811C9A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6831" y="1463040"/>
            <a:ext cx="5210354" cy="3931920"/>
          </a:xfrm>
        </p:spPr>
        <p:txBody>
          <a:bodyPr/>
          <a:lstStyle/>
          <a:p>
            <a:r>
              <a:rPr lang="en-SG" dirty="0"/>
              <a:t>MICROSERVICES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CD1AC0-9939-D7DA-C1B5-89896E549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5B9C4-A021-AD37-4063-4CD82AEA3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6FA40-EF4F-7414-795C-90E90F51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715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AF09-CB58-6E0F-3345-27591FA4FF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DATA SOURCE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A2061-CB22-D700-DFFA-693366FF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649DC-6302-6FE7-EB8D-567208A1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F4A67-54EF-04B0-A7D5-1AED7EE1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16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8C531-7A30-5D0B-55FA-6704B0851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ISSUES AND LIMITATIONS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5A7A2C-0E66-E74E-6AAA-46749892E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F36CD-8CAF-F2A3-0961-D2C12A048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1ACBED-585F-43F1-E030-A9F82EDE5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924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8DD1-7479-764A-DF22-CB34F7461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19" y="1605914"/>
            <a:ext cx="4609407" cy="2252577"/>
          </a:xfrm>
        </p:spPr>
        <p:txBody>
          <a:bodyPr/>
          <a:lstStyle/>
          <a:p>
            <a:r>
              <a:rPr lang="en-SG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47991930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5</TotalTime>
  <Words>63</Words>
  <Application>Microsoft Office PowerPoint</Application>
  <PresentationFormat>Widescreen</PresentationFormat>
  <Paragraphs>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Bahnschrift Light</vt:lpstr>
      <vt:lpstr>Circinate</vt:lpstr>
      <vt:lpstr>EGT307</vt:lpstr>
      <vt:lpstr>Problem statement</vt:lpstr>
      <vt:lpstr>PowerPoint Presentation</vt:lpstr>
      <vt:lpstr>Objectives</vt:lpstr>
      <vt:lpstr>Docker</vt:lpstr>
      <vt:lpstr>KUBERNATES</vt:lpstr>
      <vt:lpstr>MICROSERVICES</vt:lpstr>
      <vt:lpstr>DATA SOURCE</vt:lpstr>
      <vt:lpstr>ISSUES AND LIMITATIONS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6</cp:revision>
  <dcterms:created xsi:type="dcterms:W3CDTF">2026-07-06T08:25:19Z</dcterms:created>
  <dcterms:modified xsi:type="dcterms:W3CDTF">2026-07-06T09:20:30Z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