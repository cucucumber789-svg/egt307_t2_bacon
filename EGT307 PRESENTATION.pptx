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7" r:id="rId4"/>
  </p:sldMasterIdLst>
  <p:notesMasterIdLst>
    <p:notesMasterId r:id="rId23"/>
  </p:notesMasterIdLst>
  <p:handoutMasterIdLst>
    <p:handoutMasterId r:id="rId24"/>
  </p:handoutMasterIdLst>
  <p:sldIdLst>
    <p:sldId id="264" r:id="rId5"/>
    <p:sldId id="272" r:id="rId6"/>
    <p:sldId id="278" r:id="rId7"/>
    <p:sldId id="279" r:id="rId8"/>
    <p:sldId id="280" r:id="rId9"/>
    <p:sldId id="275" r:id="rId10"/>
    <p:sldId id="276" r:id="rId11"/>
    <p:sldId id="277" r:id="rId12"/>
    <p:sldId id="281" r:id="rId13"/>
    <p:sldId id="282" r:id="rId14"/>
    <p:sldId id="283" r:id="rId15"/>
    <p:sldId id="284" r:id="rId16"/>
    <p:sldId id="267" r:id="rId17"/>
    <p:sldId id="268" r:id="rId18"/>
    <p:sldId id="269" r:id="rId19"/>
    <p:sldId id="270" r:id="rId20"/>
    <p:sldId id="271" r:id="rId21"/>
    <p:sldId id="27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9A418-C943-DD85-ADF2-615A2809C342}" name="Michaele Watts" initials="mlw" userId="Michaele Watts" providerId="None"/>
  <p188:author id="{010E4221-6F06-64E5-5214-772388C857B5}" name="Elizabeth Feldbruegge (ALLEGIS GROUP HOLDINGS INC)" initials="" userId="S::v-felizabeth@microsoft.com::ba5aea11-28e4-484d-8e49-c15efb1bd2e9" providerId="AD"/>
  <p188:author id="{9941987A-41B7-49AC-EE6E-03F2D0BD95BA}" name="Daria Naidenov" initials="DN" userId="S::danaidenov@microsoft.com::ab38ab5f-bdf0-4774-ae5a-d2782abb2027" providerId="AD"/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083E6E3-FA7D-4D7B-A595-EF9225AFEA8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469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7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005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5E30E4-6ABC-717D-EDA7-C6A92FCDB0F6}"/>
              </a:ext>
            </a:extLst>
          </p:cNvPr>
          <p:cNvSpPr>
            <a:spLocks noChangeAspect="1"/>
          </p:cNvSpPr>
          <p:nvPr userDrawn="1"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6B797E-AAB7-2FA3-8ADB-E0218F350D22}"/>
              </a:ext>
            </a:extLst>
          </p:cNvPr>
          <p:cNvCxnSpPr>
            <a:cxnSpLocks/>
          </p:cNvCxnSpPr>
          <p:nvPr/>
        </p:nvCxnSpPr>
        <p:spPr>
          <a:xfrm flipV="1"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586E34-FF91-68B8-CAEC-F84AD2DEEDB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8CCB10-9F99-49CE-839A-D1D1C8B51CC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72BBAB3-D3B1-A927-AFB7-E23615F2CD5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A581A57-E7BF-DC2D-2E40-FD3FB95BA77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8602E52-B25B-C787-B432-FAE138B19417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213978C-81F6-A536-CE48-A5BCDCD8424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31046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170C3BF-B703-4A66-2FFE-1FD2365D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7723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1884465-7638-4041-56EF-684A60E846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69848" y="1463040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7C0DEB-4AE1-EA4D-826D-E3C22802B94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E13058-C9D5-FD2D-4E13-939A67007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2AF45BD-F4F0-4F29-C005-BA3BC8AF0A6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B8559CA-B25F-A779-165D-000F511BD53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076E1BB-25B4-D52E-01F1-44C64375D6F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9C388FC-A0B6-481D-BEB4-876D3CFC3F7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950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E20B57-74C2-7AD8-6E07-D29EE6A6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912" y="4597404"/>
            <a:ext cx="9784077" cy="980435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8025AC-332D-ADB0-3E96-03E4761BBC8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5668963"/>
            <a:ext cx="9784842" cy="63976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8258" y="404999"/>
            <a:ext cx="10575485" cy="383680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1" b="-66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 rot="5400000">
            <a:off x="10040831" y="4203335"/>
            <a:ext cx="349431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A42598-CA8F-5141-9F98-7018240FA786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904286-3DEB-9849-219D-A085C0024794}"/>
              </a:ext>
            </a:extLst>
          </p:cNvPr>
          <p:cNvCxnSpPr>
            <a:cxnSpLocks/>
          </p:cNvCxnSpPr>
          <p:nvPr/>
        </p:nvCxnSpPr>
        <p:spPr>
          <a:xfrm>
            <a:off x="803185" y="426735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F7D0C-5069-E36A-74BE-09B74A8BDF5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A121A0-9E65-3E8B-DBB2-52D98873A8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2B9F357-72AD-336C-0877-A0314E6529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73381C-AC31-FE63-FC5F-EFE48EAFF6B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3AEBC41-77CA-7255-DEC2-73C82A6D4E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0553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08D1A68-0FAC-B397-3F43-E7E6DB16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5598" y="1126010"/>
            <a:ext cx="4668639" cy="3478778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4891711-2302-9D63-B25E-AF7AF07C3A8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8" y="4731335"/>
            <a:ext cx="4668642" cy="1193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71415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7E3D082D-5D35-2F9F-90C3-021CD2158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18" y="782840"/>
            <a:ext cx="4572587" cy="366114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AA1BC-11EF-D28B-C0E1-F2D685AF72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B07658D-2C15-0859-FC14-231204836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4663439"/>
            <a:ext cx="4571996" cy="1380739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565B300-A92A-F114-82AF-D815794F430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9048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B55B-A218-74B5-0BEE-22235E9B8B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63C345D-F56F-0743-AB88-4EB3E35EF63D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10BF7-333F-24FE-D2DF-7331FF96588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C99E2D-452C-18BB-7BBF-6B7623C54B61}"/>
              </a:ext>
            </a:extLst>
          </p:cNvPr>
          <p:cNvCxnSpPr/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9994A-73A8-CE11-7B98-7EA7C4CD1EA5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7A9A682-C17C-6F60-46E3-F77E33DAF30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B78E-1DDD-2C3B-5815-0AA0E821DF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1B8608-E98C-230E-455F-2EB092A04E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AD2C4CF-5F74-8957-6184-413A56C8ED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3688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DB7B0F2-3D52-79E2-8444-B82E34B5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0" y="786384"/>
            <a:ext cx="4668637" cy="346049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44F125D-7632-1E4B-E35B-4A1B552FC87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9" y="4663439"/>
            <a:ext cx="4668641" cy="1380744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357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08E949C-4552-505B-2374-1AD98378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2"/>
            <a:ext cx="7589520" cy="3474721"/>
          </a:xfrm>
        </p:spPr>
        <p:txBody>
          <a:bodyPr>
            <a:noAutofit/>
          </a:bodyPr>
          <a:lstStyle>
            <a:lvl1pPr>
              <a:defRPr sz="7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6AD6200-A62D-83E5-67FF-7C9D21BC40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480561"/>
            <a:ext cx="6655519" cy="1563618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94B28A-4C74-C14A-960D-ABD28BCC0EB4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F68E49-FB2F-EE46-BBC5-687EFFAC5B44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A684535-D8D6-3C5C-2F48-CF561A53589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53CEFA-651F-E217-0B0C-E52881B35E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1F9794-829E-FFF3-35B9-FBE5704507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C86891-1380-AD13-7BB7-52F437FF17F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93156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89E9313-4D10-F4B7-8D91-79EDA5D77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4" y="1073329"/>
            <a:ext cx="7876287" cy="3592629"/>
          </a:xfrm>
        </p:spPr>
        <p:txBody>
          <a:bodyPr anchor="b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CF64426-6D11-A40D-4E5E-20B779D81EA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715111"/>
            <a:ext cx="7375466" cy="1014984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D23C-B1EB-604C-96F1-0CF64015D15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4162085-B82B-D70C-0D7A-22C4D7233FBB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B9AC621-2F3F-131D-52E8-A4984237541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3C01039-2702-D6CF-0CAF-7BDB73F165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76C98EB-F220-E16C-9F07-94D78E1A08D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F953B0C-5FF3-5CCF-848F-BB45DDA545A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300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005840"/>
            <a:ext cx="9601200" cy="2621154"/>
          </a:xfrm>
        </p:spPr>
        <p:txBody>
          <a:bodyPr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3749039"/>
            <a:ext cx="9601200" cy="210312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1430-0446-F343-817C-D9D2C78891B0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2FAD7B-9B0A-857E-5CD0-3E3F44C1864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00D7A0C-A4FC-D6C3-FB54-CEA8FB8E533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A9338F-57CD-1C5E-080E-1648C5C9F9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DEB5BD-7064-53F1-55A5-85BC50666D0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943BB38-B6FB-D943-9359-FE7ED3ABB29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52662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2103120"/>
            <a:ext cx="3931920" cy="2011680"/>
          </a:xfrm>
        </p:spPr>
        <p:txBody>
          <a:bodyPr anchor="b" anchorCtr="0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4400" y="4177393"/>
            <a:ext cx="2743200" cy="109728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539BFE6-4C9C-5B1E-ED2D-D672723D9480}"/>
              </a:ext>
            </a:extLst>
          </p:cNvPr>
          <p:cNvGrpSpPr/>
          <p:nvPr userDrawn="1"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4F5756-0D00-A0C9-4813-70C9B7C191EE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B2B78D9-04A0-2DE2-227F-950F1640461C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F1CFAC1-EF4C-3A94-56C0-11F4FA3BBF8D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629CBD-3927-3D28-1F30-9F6EA745382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88387A3-E4C6-1FA3-B53D-8321DABF7F57}"/>
              </a:ext>
            </a:extLst>
          </p:cNvPr>
          <p:cNvSpPr/>
          <p:nvPr userDrawn="1"/>
        </p:nvSpPr>
        <p:spPr>
          <a:xfrm>
            <a:off x="3635480" y="966343"/>
            <a:ext cx="4921041" cy="4921041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D347A20-E5CE-D48A-532A-43A9AE6D845E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10530ED-939C-9AE3-E2AA-C67A3BAE230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1E0B585-5421-AB6C-F2B4-387F4FCC3B8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7F59087-71C3-F7D4-40F9-C5030341EBF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11F614F-4E8C-C510-F9CA-18D5C8F800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8820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143000"/>
            <a:ext cx="7772400" cy="4572000"/>
          </a:xfrm>
        </p:spPr>
        <p:txBody>
          <a:bodyPr anchor="ctr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9FF77-C2BC-3842-9757-C2EBADB34099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8F319F3-7ADB-A297-31E7-B4ECAED75F6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342D09D-B576-2CDA-0E02-F693119B459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E4725A-AB5F-A233-599A-4D9D5792EF7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93BF32-D165-B68D-46A9-E4857CC06E9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DFA350C-9C20-0040-6C52-924473C264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308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64D07C-30EB-180E-ECA5-7D994FB6B458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DA6AEC-ECB3-F1C7-E764-B8ADFE06411F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0DB266-E37E-7698-DB7E-6D9E94BDFA72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19D4A54-15D9-3C99-7553-173F66B741B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44712B6-CD65-6015-EC36-F8A05F355A6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082FE47-168D-894B-9992-69DDA276429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CB7F1E8-9C58-EB4B-7C58-F14781D8EA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20AA4AF-279E-969C-C602-1D4B7466E4B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563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1645920"/>
            <a:ext cx="3931920" cy="356616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E24C61-4277-DA47-BF4A-DCEFD7F4C6B4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2419B5-61E2-FD73-4DC0-6BD4FEA22BC7}"/>
              </a:ext>
            </a:extLst>
          </p:cNvPr>
          <p:cNvGrpSpPr/>
          <p:nvPr/>
        </p:nvGrpSpPr>
        <p:grpSpPr>
          <a:xfrm>
            <a:off x="3357372" y="400050"/>
            <a:ext cx="5477256" cy="6053507"/>
            <a:chOff x="3357372" y="400050"/>
            <a:chExt cx="5477256" cy="605350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7372" y="690372"/>
              <a:ext cx="5477256" cy="5477256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90D9250-FE41-6A62-63E0-45557F7A821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050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FB5D07D-F48B-B558-CC22-73A8D1D25CE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163235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3EE4-7656-051D-B9EA-5CE4DF67F1B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B995F0C-E3CB-71F5-AA4A-3E0C2250F6D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4E96190-C8C5-5A5E-583F-A1FA14CA53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333EFCA-48D0-CA03-8F58-5201249ED9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8BC0BD-74F3-CF74-E3F6-B1AB063253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1273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04066B-2A84-9323-C5DA-5B348302F471}"/>
              </a:ext>
            </a:extLst>
          </p:cNvPr>
          <p:cNvSpPr>
            <a:spLocks noChangeAspect="1"/>
          </p:cNvSpPr>
          <p:nvPr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1BE2BD-7F8B-7C22-CFB1-672436A435C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605ED7-A153-EC6F-5FAD-36B4B4358E06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C8215DB-D097-7C38-9C71-D1CFEFEF6A8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A25622-E70C-87A2-8948-57015501A77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BC90E86-9351-B357-1E5C-6FFBE66DCF8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2D9F6-1ABE-59A5-65EE-083DC0F5BBAD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95F9938-96CE-D789-BC11-3480B8489FD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917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2A7CB4E-BD8C-8E4D-91FF-B1939559C134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97BF5B-32BC-BBD0-CF2F-278F9759F7B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B8C6683-0AEB-503B-BAF1-51DAAF22F62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B2043B3-B90B-491D-9203-45C5F867EC8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E574BD-DC36-6D57-B675-4DC205A2F99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D0042C9-94A3-B61B-E948-DEAD329E857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93BD77-3686-B555-2FC0-ACF67E598393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0654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623" y="822960"/>
            <a:ext cx="4342337" cy="2103120"/>
          </a:xfrm>
        </p:spPr>
        <p:txBody>
          <a:bodyPr anchor="t" anchorCtr="0"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9E984F9-2199-EBFA-F2CC-8763C190A20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3699909B-C939-96B1-BC6D-ADAB553102E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672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1" b="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00623" y="3834765"/>
            <a:ext cx="4343400" cy="2103120"/>
          </a:xfrm>
        </p:spPr>
        <p:txBody>
          <a:bodyPr>
            <a:normAutofit/>
          </a:bodyPr>
          <a:lstStyle>
            <a:lvl1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52F3B9-F3FC-C6BA-2D5C-232401B1DDB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142E188-D61A-9842-B8A2-1559B3399613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A914D9-9468-7038-39C3-3B639A66D86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0CE65A-BB1E-AC85-3441-39F20A18F2A5}"/>
              </a:ext>
            </a:extLst>
          </p:cNvPr>
          <p:cNvGrpSpPr/>
          <p:nvPr/>
        </p:nvGrpSpPr>
        <p:grpSpPr>
          <a:xfrm>
            <a:off x="6093848" y="402336"/>
            <a:ext cx="5297241" cy="6053328"/>
            <a:chOff x="6093848" y="402336"/>
            <a:chExt cx="5297241" cy="60533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186CB7-6AEB-B743-4514-FD48EC8624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3848" y="3425476"/>
              <a:ext cx="529724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6BA0EC0-9334-E3BD-A943-2A6CE641D18A}"/>
                </a:ext>
              </a:extLst>
            </p:cNvPr>
            <p:cNvCxnSpPr/>
            <p:nvPr/>
          </p:nvCxnSpPr>
          <p:spPr>
            <a:xfrm>
              <a:off x="6099748" y="402336"/>
              <a:ext cx="0" cy="60533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199F47-2C0A-4C3F-B557-642A89A0217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87DDCC1-3A31-C96B-B944-3D034E35CE5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521C807-39D4-D4AA-9527-8658CEF781D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E28386-8201-E969-93C4-035054A6593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15476B2-B1B9-0305-3417-F5958B27BB8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33786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9C5E13-DAC4-195E-1928-8B3D9E93B84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04000" y="2184400"/>
            <a:ext cx="4298950" cy="2468563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0C1909-8EA0-3E44-B1AC-A9EA565842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D4AF90E-26F2-BCC1-1730-ECA670AFE5A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7397F7-ED9A-8F00-3F67-261E1D3015B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FA2613-2C66-F678-F8F9-98BC7AA76A7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9C37B4F-9C8D-F842-D910-EFB122B37B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9ABB5DB-6C07-7796-F8FD-C5EF39B54DC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FF3CE0-FE95-A5D4-5EF7-60EA03431A10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4571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9369" y="1045029"/>
            <a:ext cx="3900879" cy="466344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52DD5A-B150-8340-8E59-4C8F3F7E3A59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2062BE-564D-E723-4D32-E97A7D6D9BF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24391A-72C8-59EB-093A-7DB51C79B07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FAD0B9-5EED-C0C3-D1D9-648F10ED7BE6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B9583C-8B41-3D50-9FDD-E26958D31AF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FEAC0D2-6922-25FF-877D-8CDA3D65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8399D9-F337-D887-E4B6-C348B7A962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32314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16615"/>
            <a:ext cx="438912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BC836E-EE23-E8E8-F704-10EB1EBA07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45248" y="816615"/>
            <a:ext cx="4389104" cy="5224768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FD936B8-E398-1A41-8DE9-58DDB113FEE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35B3E4-3247-E935-5816-43C07DF6498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0567FB-D8E5-4494-8865-28151857CC4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12D679A-B370-3459-D826-984A8FAAB54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0B87DB-56D9-FC57-14D7-948086B86C1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510EE14-987F-5583-91B2-3C68EE913C1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1296E2B-A6A5-A82B-D158-69450A5EA39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90716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1BE259E-88AB-BB2B-BAA5-9AF1880F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315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463040"/>
            <a:ext cx="10058400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E2752B3-7BF7-614C-A80A-1256FFE41AD1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FE2746-CBB4-791D-92ED-7D4BA96D0C9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72F8CD-9781-5B69-6A2F-ACD2927779D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09B7C8-C55B-17E4-6C60-9C15BB7A63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0942E2-D6E0-4A3B-CF5E-C7A8F0B917C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A5B6906-9443-FEB0-23E3-78142F3660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16349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33C509E-C7AC-2821-160D-02A10B584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640080"/>
            <a:ext cx="10058400" cy="731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3C0EFA-B5AE-CA80-DC77-DA3E8AC5A30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69975" y="1463675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482BA7-8406-1C47-9A76-988652CA5787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0433CD-47AD-50BF-BD73-0A8881E7799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F453102-CF88-5F5D-F01F-D55DFF9F821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331B85-F551-1D98-E249-E17615E9AA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1728A5-B526-3330-7A6A-8E6E4F5AB12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C48EDDF-9CB1-4C44-B1E2-CC97C6F10B3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8049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5002" y="786386"/>
            <a:ext cx="276991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25002" y="2899068"/>
            <a:ext cx="276991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F03E26-E542-1A4D-AC7A-1E4E95BAEC6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7790269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6F5C2EA-B780-9C9C-77C2-9C6E76A404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856C059-7605-4C77-F758-743839E0750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D5A105-823E-7F57-9BD9-B921E9D0B77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12C3FE9-B32A-64E0-FF0E-729AFCAC0FF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29F84BA-E3BA-190A-D926-B57563866DF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7093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6"/>
            <a:ext cx="273393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899068"/>
            <a:ext cx="273393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97207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15476B0-E2C7-E147-B9CE-3E274E847A5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4392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306094-CD46-FD37-15EF-7C5ED43D2E0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13FC44-1419-B29C-2719-5D21B5FAB87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E635384-8C2F-F008-F19F-E7277C4CD82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94D592-13C7-2B81-775C-17CEE45C682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AC0629-36FF-17F3-D1B6-1FFADC425E4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4693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4292076"/>
            <a:ext cx="3291840" cy="1737355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0050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4292076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D7DCC1-5043-7A46-8443-F8426D5EAB75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401839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68433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29184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786384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255FBD2-735E-C257-607E-CB2F585DBB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5340" y="2831629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A2963D-70FD-3A42-A53A-2480966C033D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2802870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2788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0" y="786385"/>
            <a:ext cx="3291840" cy="1499615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FEC1-7004-7D66-39C0-5B3A0B2E46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400050"/>
            <a:ext cx="6452176" cy="605295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9" t="38" r="-1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0" y="2468880"/>
            <a:ext cx="3291840" cy="3549735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FF019D-CA37-05FF-D534-08FDF17D319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1A8FB16-FCFB-DA44-98E9-136CD51670D6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82A8A-3017-C293-CAA4-79DAC74143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9BCF003-D6AC-D9E0-C254-602FAE60278B}"/>
              </a:ext>
            </a:extLst>
          </p:cNvPr>
          <p:cNvCxnSpPr/>
          <p:nvPr/>
        </p:nvCxnSpPr>
        <p:spPr>
          <a:xfrm>
            <a:off x="726701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980CB927-6193-3B14-8326-BBA8970C4F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BDFF263-1BF6-293B-B046-2941778BCA5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A48FB5-B732-D35D-2F75-840EFFCA6EF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4D5118-DFE8-485E-6BE3-B042C0129B0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C779D56-9125-9DD5-D919-9FBC4DE4C9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8883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492" y="790302"/>
            <a:ext cx="3291840" cy="149961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358B6-BD90-E536-E301-EAF518F93DD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468880"/>
            <a:ext cx="3291840" cy="354787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25692" y="402336"/>
            <a:ext cx="6455664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271" t="1" r="-2"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5757A-4818-B0C9-F86A-A70480EA9B0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8EFB3A8-11B5-7149-8412-15238624EFFD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B5840-4614-F082-0EE8-166E877279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3BE0255-54E9-B23E-623C-F5C3D5397CDC}"/>
              </a:ext>
            </a:extLst>
          </p:cNvPr>
          <p:cNvCxnSpPr/>
          <p:nvPr/>
        </p:nvCxnSpPr>
        <p:spPr>
          <a:xfrm>
            <a:off x="491166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B048E29-F249-FCD5-75C6-EF3AD539208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B581520-7C65-58B5-6A72-4A87A2886B4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6D33EF2-FCD9-64BB-D5BD-71A6C1A0BC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4CC74B-22E1-1F2A-8B43-52BB3A2671A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33C6DA-321C-7253-1FDF-F238DBFA8D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21677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4"/>
            <a:ext cx="5456295" cy="100584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9D9456A-3FB8-5960-7F55-D6B686CFFC7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7" y="1920240"/>
            <a:ext cx="5456295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78133" y="402336"/>
            <a:ext cx="4307415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549" r="-154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42EA1D-81E7-620D-1BD8-6D18329BD22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0FCFAB-53E3-A342-A296-D67E0AB8D0CD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81505A7-ADCB-6529-BE02-48BD8F2CFD0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A70D03-884A-50D9-2A83-C93ADDD49A38}"/>
              </a:ext>
            </a:extLst>
          </p:cNvPr>
          <p:cNvCxnSpPr/>
          <p:nvPr/>
        </p:nvCxnSpPr>
        <p:spPr>
          <a:xfrm>
            <a:off x="7054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9C2927C-12EE-49B3-DF99-04A869F1E1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0EFC1CE-B3AD-ED82-4797-595D2898220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42A2DBA-4EA6-1D56-360C-A2123A287B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281C874-21DE-792C-9FEE-BF48EECBBC6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A35DD-6C6E-B96F-0038-DD2CD277792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157329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0" y="786384"/>
            <a:ext cx="5394960" cy="100584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626D65-1470-5355-C0AB-4C755AE3646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26947C16-472E-02E4-EE92-74FC49AB38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1700" y="402336"/>
            <a:ext cx="4382592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123" t="151" r="-225" b="-15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7840" y="1920240"/>
            <a:ext cx="539496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103F24-F909-9BD0-1CE0-3AFA9296B69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DC46901-11EF-4445-8903-DC36784F331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147767-378C-917C-1CEA-C28D4F2BD42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B8D92F-DD5D-21B4-7D10-80457CCEDEC0}"/>
              </a:ext>
            </a:extLst>
          </p:cNvPr>
          <p:cNvCxnSpPr/>
          <p:nvPr/>
        </p:nvCxnSpPr>
        <p:spPr>
          <a:xfrm>
            <a:off x="518577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63C3FE30-EF8F-C27D-E8AB-BB565902B9F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DB333B6-9BB2-24CF-B636-1E04F141121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9F5CADF-5A1B-0BEC-D60A-C6D3AF70F2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5755C8-3D3B-E5E6-1F70-528A7BCA65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E6F374D-A3D9-FD1D-A133-794607CFD7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80648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3749040"/>
            <a:ext cx="2834640" cy="228600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C31E5265-51B9-0DA3-10B4-945EE495174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6401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44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3749040"/>
            <a:ext cx="6858000" cy="228600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5C750C-98D3-2541-9DBA-212130458E4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87DF89E-6618-A2A2-BC84-986CED89FCC1}"/>
              </a:ext>
            </a:extLst>
          </p:cNvPr>
          <p:cNvCxnSpPr>
            <a:cxnSpLocks/>
          </p:cNvCxnSpPr>
          <p:nvPr/>
        </p:nvCxnSpPr>
        <p:spPr>
          <a:xfrm>
            <a:off x="803185" y="3412227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A396D86-8A66-3FA9-3546-3A1F8577907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844445-C27C-0A5B-2D4A-490DC1664AD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29BDA0-67DC-312E-1148-3B3D607358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6FA474-6534-5F04-1B35-0A8CB67144C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C3F2445-DE75-8F1D-AF29-50897C3A8D1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4731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834640" cy="21945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41AE8B-FC59-39B1-281C-D38D03D05B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786384"/>
            <a:ext cx="6858000" cy="21945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3461829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62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B489A-1FCE-1E30-E1BC-2F89D0AEA64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C99844-6C9E-BB4D-8B47-7C2CC32AAC0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037D5D-163A-01CE-9AE6-33821E23DCC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0730B6-4EF5-7F9C-E6DB-635C947CFEE3}"/>
              </a:ext>
            </a:extLst>
          </p:cNvPr>
          <p:cNvCxnSpPr>
            <a:cxnSpLocks/>
          </p:cNvCxnSpPr>
          <p:nvPr/>
        </p:nvCxnSpPr>
        <p:spPr>
          <a:xfrm>
            <a:off x="803185" y="3443041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991AE5A9-CF62-A508-3C2C-E3BE594AC2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CEFB20-F364-CF05-360F-6CC5D88ACC5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1BD6A10-DA26-A78C-A5C9-6E848476002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79492A-67D3-53D1-F50F-DBC8A33D24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72D47D6-60C0-53E4-BD56-F71C892CDD5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5723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786384"/>
            <a:ext cx="566928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D0F53A5-B7B2-D195-CE9A-F93E7073A7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5544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" r="-52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3520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DA056-F89A-AE3C-C34A-38BEC586914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82611-C0A2-BD42-A8F7-C2F9A013F10C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CEB9FDE-D96C-0906-A793-822DD355B4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DB4CF5-18AD-6BFC-8AA3-4292C4318D77}"/>
              </a:ext>
            </a:extLst>
          </p:cNvPr>
          <p:cNvCxnSpPr>
            <a:cxnSpLocks/>
          </p:cNvCxnSpPr>
          <p:nvPr/>
        </p:nvCxnSpPr>
        <p:spPr>
          <a:xfrm>
            <a:off x="491210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AFAE229-30B5-59F6-95B3-5A0028AA9F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9983B3-9D4B-C7C3-42B6-FC4112EDA17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9FE12F5-E33A-8435-EC5D-4056ACEF77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30088E3-D111-48BB-2932-C12F38A348E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419E4F3-5171-B07A-3705-6FF5F7EC506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78963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5669280" cy="91440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169C89B-17A4-F382-1720-170DCCD7B6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226A60F8-6BFE-EE58-8E8B-8E42FCDABF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80239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-198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58DE0-8FDC-961F-A73B-ED321A160D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048417B-2BA9-FC42-993A-F5CAB8ABAB3C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E6F948F-9E87-C016-444D-D9F266B8C98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342AE50-E725-8CC9-C210-91ADF8C0F6FE}"/>
              </a:ext>
            </a:extLst>
          </p:cNvPr>
          <p:cNvCxnSpPr/>
          <p:nvPr/>
        </p:nvCxnSpPr>
        <p:spPr>
          <a:xfrm>
            <a:off x="7258461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CFCB2DB0-8C6B-DBBA-F594-AC4F2954C42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DB4D22E-4E74-6984-AF14-681AA8D9125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0E9A215-4EBA-4F98-1C96-43269B57F2F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DB5B197-9DE8-9BBC-A47D-F378F717E4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B835935-392C-76CA-C57F-44990EBEB0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88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9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120" b="-8976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0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9956DE8-31F3-0C48-AD89-A99E39B5E351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444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8" y="1645920"/>
            <a:ext cx="5987920" cy="4400319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" t="5" r="302" b="-8984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92654" y="1645920"/>
            <a:ext cx="3380146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247F170-621E-394E-A3F2-D37D14C6B270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486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D69BDBE1-5F80-669A-1B59-BD1E8D2515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11963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-4" r="100" b="-8973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BFEB256-000B-7640-A176-A6ED88FB302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4374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388" y="786385"/>
            <a:ext cx="7772400" cy="9144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A0CE-6B73-A9EE-CD61-DA01E0E315A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1" t="148" r="-487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938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48AFF-3397-202B-9BA6-6E2E52FB96B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D187FAD-DCB9-3D4B-B066-9000219F05F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641B0-A410-A060-9C4C-10246CEEB00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926A3E-707E-8CA6-DFD9-FDE70CA34896}"/>
              </a:ext>
            </a:extLst>
          </p:cNvPr>
          <p:cNvCxnSpPr>
            <a:cxnSpLocks/>
          </p:cNvCxnSpPr>
          <p:nvPr/>
        </p:nvCxnSpPr>
        <p:spPr>
          <a:xfrm>
            <a:off x="289908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05F551DA-7593-8CE8-512A-2CF19A5FEED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E1E5FA2-0258-F65F-0046-4F63C680164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7C2681D-C958-88C3-4FE4-BD36D597EB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6A1CB91-86F4-F718-46CE-4C26351E5D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B704D5-99FF-334E-D340-F640FC2846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72752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77240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10D14-6E1B-BEBD-9ECF-6FD664E6D6C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B0662064-5DE4-D3A3-3200-46801CAA7B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287478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2" t="148" r="-74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2CB399-7148-CC45-1784-53BEB8322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9C5B77-1EC5-224E-B44E-9B7868782731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03136-9022-B685-BD72-AA2F8D6F1D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D7FB67-CB66-8B73-E144-D9B0FD1BF4CC}"/>
              </a:ext>
            </a:extLst>
          </p:cNvPr>
          <p:cNvCxnSpPr/>
          <p:nvPr/>
        </p:nvCxnSpPr>
        <p:spPr>
          <a:xfrm>
            <a:off x="9250563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C050196-5CDD-7D23-C735-405CCFDE0F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915F7F2-4F99-DBC2-59AE-D63FDE09B1F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337699A-63EB-A2E6-B9B8-E85B7B64F0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0BE2E12-53E7-56D7-104B-F918B8D5372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CBDF578-3A17-02BF-93ED-AF5F8E7F4A5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689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4023360" cy="128016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5" y="2396086"/>
            <a:ext cx="4070907" cy="3637825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1100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69280" y="786384"/>
            <a:ext cx="5303520" cy="53035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F601A6-19D3-EB49-B7F2-A9801AE13DA6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49E27E-A638-3E50-4392-58116C1AACD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22E0D86-7613-34C8-CDC4-C77532A2263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AB29EB0-E237-1D57-CA8E-EAD308E9C0C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6316C5-C89C-53D5-EDF8-06B3752F88A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22B727D-16F7-192C-BDC7-987EE4A4BF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5767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2834640" cy="1453896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7" y="2388928"/>
            <a:ext cx="2859291" cy="364498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0882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786384"/>
            <a:ext cx="649224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DCFA2C-3BE3-964B-9AAF-C20CC59CEE43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7B351E8-DE44-EF78-C152-3A103EEBFEA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CEF53B-E5B3-5228-FC6C-55411F158D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B08AC4D-0833-297F-6CBF-8A5D8729D99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CE625D5-BBCB-B34F-682F-6A7EBBD4257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E36439E-B9F9-BC55-6D36-2CBD97558C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4185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019" y="4634716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603503"/>
            <a:ext cx="9601200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A3CDA5-1015-3148-A386-36088AF5334C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3498D5-7EC6-8C79-86BA-7C39A73A10D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FE65860-291D-DD0A-0AF6-EB6BDAF1124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542EDA-61BE-919A-EA3E-08EBB658FD7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E31BBA-19B1-9E32-10DC-6E50B5D242D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40D6BDC-E9D3-BF86-AB1A-64748EAD4D4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4045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4193183"/>
            <a:ext cx="5486400" cy="100584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38400" y="1240974"/>
            <a:ext cx="7315200" cy="3065419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12E8AA-E35F-CF44-B5A4-3B5EDD4AC3FC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276607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6D58EB7-9EC7-5A50-30A3-E2D9EDD0F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7018" y="1599060"/>
            <a:ext cx="5052018" cy="3658736"/>
          </a:xfrm>
        </p:spPr>
        <p:txBody>
          <a:bodyPr anchor="ctr">
            <a:normAutofit/>
          </a:bodyPr>
          <a:lstStyle>
            <a:lvl1pPr>
              <a:defRPr sz="2400" cap="none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E2753DF-FB9B-AECE-E745-E846066B174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4400" y="1600200"/>
            <a:ext cx="5140325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buNone/>
              <a:defRPr sz="20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FF3B4E-61F2-9C45-A7C9-0649FA3F05AD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76975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4131153"/>
            <a:ext cx="3200400" cy="1545336"/>
          </a:xfrm>
          <a:noFill/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6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0" y="1832029"/>
            <a:ext cx="4572000" cy="2475441"/>
          </a:xfrm>
          <a:noFill/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4A289B-0B17-4246-8E33-E89C12A90840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377ED0-0CD0-101F-CACC-5C208B8095EB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B0FAE67-C3ED-90D8-482E-2E87FCA1F0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3BE06F7-8D5F-567C-D53C-8F3CFA65C6D8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C1729EF-2962-C057-669D-86C7189119A0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2F37E54-885B-DD4C-C480-18762D2DF57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D173DE-2107-A0E3-872C-F0DE9ACA3D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FAFD58-96FA-72FC-A387-4EA88A7A5D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CF3863-040E-3592-1588-20A1771871E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44D909-6FC8-C0DB-01C7-AFCF7B50FCD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09267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000" b="0" cap="all" baseline="0"/>
            </a:lvl1pPr>
            <a:lvl2pPr marL="228600" indent="0">
              <a:lnSpc>
                <a:spcPct val="100000"/>
              </a:lnSpc>
              <a:buNone/>
              <a:defRPr sz="3600" b="0" cap="all" baseline="0"/>
            </a:lvl2pPr>
            <a:lvl3pPr marL="457200" indent="0">
              <a:lnSpc>
                <a:spcPct val="100000"/>
              </a:lnSpc>
              <a:buNone/>
              <a:defRPr sz="3200" b="0" cap="all" baseline="0"/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92CDE-5B88-E044-9012-03F4795B046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E2C763-62D0-A1C5-864F-A9FF05C9F944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321B696-8999-0658-38A2-748A73D077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21AECB6-597A-404C-79F2-BDE111DF3683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1CD60-7C40-DD6A-0B67-9125D3023EAA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A77C411-359E-F413-4B4B-544B4258F8D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6520E9D-E5D8-F168-5659-412DEA7EE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5C892B-D62F-EE71-21EF-072002481B6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05C92F6-ED58-2722-DD71-BFD93A79C90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CFD0132-5667-3403-4950-88D7515B12B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EE9CF1-0848-BE96-4C3D-E4B7E1F4BBA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2588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34492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2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76D1D-DE21-9B42-8106-8CD72DA85F70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B27C8-C99B-CAB9-24EA-4222A75D3BF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09B5103-0315-C48A-F6CB-70023A60377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2A373C0-8904-4E1A-AC77-DB8B14039D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58731C-1E1F-4D5A-81CD-F79CD40172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E29540-9512-0BC0-7BB2-3B7C57B4C11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291684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876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>
                <a:latin typeface="+mn-lt"/>
              </a:defRPr>
            </a:lvl4pPr>
            <a:lvl5pPr marL="914400" indent="0">
              <a:lnSpc>
                <a:spcPct val="100000"/>
              </a:lnSpc>
              <a:buNone/>
              <a:defRPr sz="2000" b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7DC2-592A-C24E-8E32-92959310D82C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E57D8C-399F-3BB4-D3B3-9395E8D1613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7E0EF0C-412A-ADAE-8DDB-3A86E36BA36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26CD944-3487-D02F-D76E-6C8CB5BC62E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4FB68B7-02B4-42EE-A7A2-E1DD0D7EF7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5998EB-9F08-520A-8AE0-AC842E25266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42552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020C093-E585-447D-B145-C13F5660ED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4965193"/>
            <a:ext cx="9144000" cy="1105229"/>
          </a:xfrm>
        </p:spPr>
        <p:txBody>
          <a:bodyPr anchor="ctr">
            <a:normAutofit/>
          </a:bodyPr>
          <a:lstStyle>
            <a:lvl1pPr>
              <a:defRPr sz="160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D2DEB7-F276-E60E-F5A1-0F02C54BDF9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F91B2D-44E4-C3B1-BD5E-A10AC8543D2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524000" y="1006475"/>
            <a:ext cx="9144000" cy="2925763"/>
          </a:xfrm>
        </p:spPr>
        <p:txBody>
          <a:bodyPr anchor="ctr">
            <a:normAutofit/>
          </a:bodyPr>
          <a:lstStyle>
            <a:lvl1pPr marL="0" indent="0">
              <a:buNone/>
              <a:defRPr sz="40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4927EC-ED75-B33D-1D89-85EE4258FB86}"/>
              </a:ext>
            </a:extLst>
          </p:cNvPr>
          <p:cNvCxnSpPr>
            <a:cxnSpLocks/>
          </p:cNvCxnSpPr>
          <p:nvPr/>
        </p:nvCxnSpPr>
        <p:spPr>
          <a:xfrm>
            <a:off x="799908" y="4572000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7816284-1868-D968-9C16-5FE2038BC6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7FF52-3D92-5045-83B3-191BF759FA8D}" type="datetime1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4E6AE7-6445-C0E9-7714-3905800EE3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B64FFC6-B9C5-5A14-BCDE-0FACA9EED39A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45BAA9C-294C-90CA-EE5A-ED75E616517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C127FFD-0227-7A04-CAE1-B0476A186E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B871B-1B46-69D5-1EA9-A5D3125C17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9C52E0-6299-124E-DEAC-88A5054BB4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8770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7008" y="5947574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822960"/>
            <a:ext cx="8961120" cy="347472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Bahnschrift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7C67708-7A94-8245-80C8-4B4702495DB1}" type="datetime1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3E5CAD-77F4-3496-0EBB-8BDE29A00533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932EDD7-F82C-CAA5-81E3-4DA459BD7BE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23CB67B-9D91-D31D-5E6F-1AFDE722A71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B71C7-A49A-A194-9371-8105319095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7D85FF8-8A01-4471-2129-9F815C543EB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57B839C-7467-0312-FCA6-E719E5B303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3731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3164" y="5891704"/>
            <a:ext cx="8805672" cy="55722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15440" y="1358007"/>
            <a:ext cx="8961120" cy="347472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3A90753-8D45-EB44-AB23-49A6290D6DA6}" type="datetime1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8BAF90A-B341-890C-B376-6A16FD3D4D66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673DA07-CC58-742F-47C7-DF6C3FC1BB2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C520D2A-19A3-39C2-02F5-969FC02F783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9DADCD-00F5-6714-A61F-195B94550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5D759BD-ADDA-3040-A5CB-DAC10D9A2D3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48BFB7B-8327-08C6-5F9E-BACB47A2C3D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3295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508F0-4C97-9A80-2546-BC6EE3D2732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60450" y="1828800"/>
            <a:ext cx="4768850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9AB0DFB-3813-8899-8844-3F65C902B80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391" y="1828800"/>
            <a:ext cx="4755712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5059AB6-B751-F44D-A28C-E19CFA261A8F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83DEFD-C76A-E192-4470-7F7DCE92CBC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F15C6-51A3-0039-7C8E-9F5BC53301C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F2827DB-A570-B094-5067-79A4F7DA7F3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DF52F4-C942-A75F-0F4B-911959D2F30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944BFA9-C671-8332-EC4C-A56CAAB34AE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7040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011" y="600148"/>
            <a:ext cx="1005840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8011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35B8AB-C546-6624-5613-679F649D80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58011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3436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689131D8-B072-15AB-4C0D-39F0B943B0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436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B7459A-9905-1A4B-AB1A-C91FAC752AC6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70A967-D43A-531B-AB77-B7D2DE7E4B0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B1175E-A767-B7AB-D265-9256ECCA8E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29F5B2-C13B-2102-792E-E51F1738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C2A7D0-2242-BB3D-AC3F-126E076FC3A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0BEB2B-F33C-CFC6-3060-70CD260293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5224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55AB00-997D-D540-BC20-37B7E62B26C1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0C8D4F-961C-9DE3-2BE6-ABBC18355BC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145383D-28A9-C0D3-8E3D-AA7533D2925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9B585A5-22BA-F43D-07BD-3BB57145B2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1437C88-1694-66DE-88F2-5F80E436773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75A774-D186-6B8B-F966-423BE24E46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6268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9F3ECCF-2CCD-CA4B-8712-AE4484B24AE9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ECB350-6B4D-5D25-5FB0-D995BE7D095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4889B8-EF0E-CC96-E345-4814F56ED6D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EF97A-5CED-BE43-C066-ED89AE049B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8CB1FB5-CA0E-AFAB-5607-844D9592A24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BAA5556-E509-ED49-F4BE-6F664377F5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58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92608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EDF8B4-9629-39C1-DDBF-A5485B241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651760"/>
            <a:ext cx="2926080" cy="3383280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786382"/>
            <a:ext cx="676656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EAB326A-0996-8BBC-BFAF-29A228B1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42A74-7D23-DC49-91AA-85B24B3B8A00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AE9EB23-C42E-AFD9-410F-5D3A9B47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79AB9D-F8E4-DA67-2113-2CB4FAAA3FE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AF63C-58A3-D664-0F8A-2F866DE9922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7353FA6-146A-25CD-A52A-50A0DBA7C4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D17F74-4821-8F53-7E3E-BD10714CA1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CBD083B-641D-8442-0510-78BC3BDFF8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6451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595634" cy="192024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752344"/>
            <a:ext cx="3585586" cy="3291840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8" y="402336"/>
            <a:ext cx="6328768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A0247B-8639-BE4B-9EB6-99BF33B2FE57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475923-C72A-59CC-2F27-3B42DE9E23C1}"/>
              </a:ext>
            </a:extLst>
          </p:cNvPr>
          <p:cNvCxnSpPr/>
          <p:nvPr/>
        </p:nvCxnSpPr>
        <p:spPr>
          <a:xfrm>
            <a:off x="5044948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644E6E6F-31C5-280B-B965-1DCA584FB10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46DD8FB-C3C8-02D7-0EEC-1FA8A0E72EE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E287276-FB86-B497-EB85-08D57647FCB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0AFABFB-CCBD-F586-5A5B-F739C98FEB0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33A7C7-3944-5EFF-0F5A-CD13C776DD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7400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342307" cy="2085339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7008" y="3594099"/>
            <a:ext cx="9601200" cy="237744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2FAA25-3923-0740-83DA-275C59DD4599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FF997AB-1CB0-F155-5BD6-8AD0DF5F9C8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1A663-8D32-81FC-CF0E-3943276FC5B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88FB5FE-FF71-6B7B-03A4-B78EA9E50FE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4967FC-68C7-FF99-F0D4-F11F22519D8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0437DFC-E04A-54B1-CFEA-8D9349D6EB7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8430767" cy="2520011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3622673"/>
            <a:ext cx="8430639" cy="1609344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1B52C7-37F9-BD40-8BE5-16C7107F6B2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4604B72-3E24-1723-74C9-C1E295269A1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CEF3A60-0DC4-008A-49C8-C3FD46FA3B8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618110-A634-DE8C-5B6D-35477E47ED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E21D7-A780-C513-5EB6-4A6C62566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2C4757-1CA9-394F-33BF-C5A9D771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37374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85800"/>
            <a:ext cx="10058400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005840" y="1525384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3385" y="622955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1920240"/>
            <a:ext cx="1005840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040831" y="4206240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6739503E-9C75-484A-A764-D9D8121AAE05}" type="datetime1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12" name="Freeform 11" hidden="1">
            <a:extLst>
              <a:ext uri="{FF2B5EF4-FFF2-40B4-BE49-F238E27FC236}">
                <a16:creationId xmlns:a16="http://schemas.microsoft.com/office/drawing/2014/main" id="{918C00E2-AFB8-E789-01F1-47EC64846D95}"/>
              </a:ext>
            </a:extLst>
          </p:cNvPr>
          <p:cNvSpPr/>
          <p:nvPr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reeform 6" hidden="1">
            <a:extLst>
              <a:ext uri="{FF2B5EF4-FFF2-40B4-BE49-F238E27FC236}">
                <a16:creationId xmlns:a16="http://schemas.microsoft.com/office/drawing/2014/main" id="{6A6CDCAD-B761-0A5F-55A7-CE79AB3802A7}"/>
              </a:ext>
            </a:extLst>
          </p:cNvPr>
          <p:cNvSpPr/>
          <p:nvPr userDrawn="1"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648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76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32" r:id="rId16"/>
    <p:sldLayoutId id="2147483933" r:id="rId17"/>
    <p:sldLayoutId id="2147483934" r:id="rId18"/>
    <p:sldLayoutId id="2147483935" r:id="rId19"/>
    <p:sldLayoutId id="2147483936" r:id="rId20"/>
    <p:sldLayoutId id="2147483937" r:id="rId21"/>
    <p:sldLayoutId id="2147483938" r:id="rId22"/>
    <p:sldLayoutId id="2147483939" r:id="rId23"/>
    <p:sldLayoutId id="2147483940" r:id="rId24"/>
    <p:sldLayoutId id="2147483941" r:id="rId25"/>
    <p:sldLayoutId id="2147483942" r:id="rId26"/>
    <p:sldLayoutId id="2147483943" r:id="rId27"/>
    <p:sldLayoutId id="2147483944" r:id="rId28"/>
    <p:sldLayoutId id="2147483945" r:id="rId29"/>
    <p:sldLayoutId id="2147483946" r:id="rId30"/>
    <p:sldLayoutId id="2147483947" r:id="rId31"/>
    <p:sldLayoutId id="2147483948" r:id="rId32"/>
    <p:sldLayoutId id="2147483949" r:id="rId33"/>
    <p:sldLayoutId id="2147483950" r:id="rId34"/>
    <p:sldLayoutId id="2147483951" r:id="rId35"/>
    <p:sldLayoutId id="2147483952" r:id="rId36"/>
    <p:sldLayoutId id="2147483953" r:id="rId37"/>
    <p:sldLayoutId id="2147483954" r:id="rId38"/>
    <p:sldLayoutId id="2147483955" r:id="rId39"/>
    <p:sldLayoutId id="2147483956" r:id="rId40"/>
    <p:sldLayoutId id="2147483957" r:id="rId41"/>
    <p:sldLayoutId id="2147483958" r:id="rId42"/>
    <p:sldLayoutId id="2147483959" r:id="rId43"/>
    <p:sldLayoutId id="2147483960" r:id="rId44"/>
    <p:sldLayoutId id="2147483961" r:id="rId45"/>
    <p:sldLayoutId id="2147483962" r:id="rId46"/>
    <p:sldLayoutId id="2147483963" r:id="rId47"/>
    <p:sldLayoutId id="2147483964" r:id="rId48"/>
    <p:sldLayoutId id="2147483965" r:id="rId49"/>
    <p:sldLayoutId id="2147483966" r:id="rId50"/>
    <p:sldLayoutId id="2147483967" r:id="rId51"/>
    <p:sldLayoutId id="2147483969" r:id="rId52"/>
    <p:sldLayoutId id="2147483970" r:id="rId53"/>
    <p:sldLayoutId id="2147483971" r:id="rId54"/>
    <p:sldLayoutId id="2147483972" r:id="rId55"/>
    <p:sldLayoutId id="2147483973" r:id="rId56"/>
    <p:sldLayoutId id="2147483974" r:id="rId57"/>
    <p:sldLayoutId id="2147483975" r:id="rId5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0" i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C534-D45B-C515-59E3-4C260019E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/>
          <a:lstStyle/>
          <a:p>
            <a:r>
              <a:rPr lang="en-US" dirty="0"/>
              <a:t>EGT307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50508-6902-F575-FCC4-234E6821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/>
          <a:lstStyle/>
          <a:p>
            <a:r>
              <a:rPr lang="en-US" dirty="0"/>
              <a:t>BY: TEAM BACON</a:t>
            </a:r>
          </a:p>
          <a:p>
            <a:r>
              <a:rPr lang="en-US" dirty="0"/>
              <a:t>WEI GUAN</a:t>
            </a:r>
          </a:p>
          <a:p>
            <a:r>
              <a:rPr lang="en-US" dirty="0"/>
              <a:t>SHUN WEI </a:t>
            </a:r>
          </a:p>
          <a:p>
            <a:r>
              <a:rPr lang="en-US" dirty="0"/>
              <a:t>DEREK</a:t>
            </a:r>
          </a:p>
        </p:txBody>
      </p:sp>
    </p:spTree>
    <p:extLst>
      <p:ext uri="{BB962C8B-B14F-4D97-AF65-F5344CB8AC3E}">
        <p14:creationId xmlns:p14="http://schemas.microsoft.com/office/powerpoint/2010/main" val="2699954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A5B3-D1E4-D0C2-F83A-1FA0DFF13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>
            <a:normAutofit/>
          </a:bodyPr>
          <a:lstStyle/>
          <a:p>
            <a:r>
              <a:rPr lang="en-SG" dirty="0"/>
              <a:t>Problem Statement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80E97-6251-AC91-6D35-87EF2A03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005840" y="1525384"/>
            <a:ext cx="280540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A119A-9A1B-4BDC-333B-C4F2A646A2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>
            <a:normAutofit/>
          </a:bodyPr>
          <a:lstStyle/>
          <a:p>
            <a:r>
              <a:rPr lang="en-SG"/>
              <a:t>Current environmental monitoring systems rely on manual analysis of sensor data, which is inefficient and prone to delayed responses. This project proposes an AI-powered Smart Environmental Monitoring System that automatically detects anomalies using machine learning and is deployed with Docker and Kubernetes for scalable and reliable operation.</a:t>
            </a:r>
          </a:p>
          <a:p>
            <a:endParaRPr lang="en-SG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81173-2692-1EC8-9E30-62838359A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040831" y="4206240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27C0DEB-4AE1-EA4D-826D-E3C22802B942}" type="datetime1">
              <a:rPr lang="en-US" smtClean="0"/>
              <a:pPr>
                <a:spcAft>
                  <a:spcPts val="600"/>
                </a:spcAft>
              </a:pPr>
              <a:t>7/27/2026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406EC-D35C-8A52-7BBB-EB512633B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3385" y="6229552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768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46322-0B3D-4729-5132-3C4A1309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Relevance to the real world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30E219-9D5F-7F72-FC83-20A688DEA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4BD60-8BD7-8099-D66F-D520E6307C4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SG" dirty="0"/>
              <a:t>Manual monitoring of large volumes of environmental data is </a:t>
            </a:r>
            <a:r>
              <a:rPr lang="en-SG" b="1" dirty="0"/>
              <a:t>time-consuming</a:t>
            </a:r>
            <a:r>
              <a:rPr lang="en-SG" dirty="0"/>
              <a:t> and prone to </a:t>
            </a:r>
            <a:r>
              <a:rPr lang="en-SG" b="1" dirty="0"/>
              <a:t>human error</a:t>
            </a:r>
            <a:r>
              <a:rPr lang="en-SG" dirty="0"/>
              <a:t>.</a:t>
            </a:r>
          </a:p>
          <a:p>
            <a:r>
              <a:rPr lang="en-SG" dirty="0"/>
              <a:t>Delayed detection of abnormal conditions can lead to </a:t>
            </a:r>
            <a:r>
              <a:rPr lang="en-SG" b="1" dirty="0"/>
              <a:t>equipment damage</a:t>
            </a:r>
            <a:r>
              <a:rPr lang="en-SG" dirty="0"/>
              <a:t>, </a:t>
            </a:r>
            <a:r>
              <a:rPr lang="en-SG" b="1" dirty="0"/>
              <a:t>safety risks</a:t>
            </a:r>
            <a:r>
              <a:rPr lang="en-SG" dirty="0"/>
              <a:t>, and </a:t>
            </a:r>
            <a:r>
              <a:rPr lang="en-SG" b="1" dirty="0"/>
              <a:t>operational downtime</a:t>
            </a:r>
            <a:r>
              <a:rPr lang="en-SG" dirty="0"/>
              <a:t>.</a:t>
            </a:r>
          </a:p>
          <a:p>
            <a:r>
              <a:rPr lang="en-SG" b="1" dirty="0"/>
              <a:t>Machine learning</a:t>
            </a:r>
            <a:r>
              <a:rPr lang="en-SG" dirty="0"/>
              <a:t> automatically analyses environmental data to detect anomalies early, enabling faster decision-making.</a:t>
            </a:r>
          </a:p>
          <a:p>
            <a:r>
              <a:rPr lang="en-SG" b="1" dirty="0"/>
              <a:t>Docker</a:t>
            </a:r>
            <a:r>
              <a:rPr lang="en-SG" dirty="0"/>
              <a:t> and </a:t>
            </a:r>
            <a:r>
              <a:rPr lang="en-SG" b="1" dirty="0"/>
              <a:t>Kubernetes</a:t>
            </a:r>
            <a:r>
              <a:rPr lang="en-SG" dirty="0"/>
              <a:t> provide a scalable and reliable microservices platform that can support increasing numbers of sensors and users.</a:t>
            </a:r>
          </a:p>
          <a:p>
            <a:r>
              <a:rPr lang="en-SG" dirty="0"/>
              <a:t>The system transforms environmental monitoring from </a:t>
            </a:r>
            <a:r>
              <a:rPr lang="en-SG" b="1" dirty="0"/>
              <a:t>reactive</a:t>
            </a:r>
            <a:r>
              <a:rPr lang="en-SG" dirty="0"/>
              <a:t> to </a:t>
            </a:r>
            <a:r>
              <a:rPr lang="en-SG" b="1" dirty="0"/>
              <a:t>proactive</a:t>
            </a:r>
            <a:r>
              <a:rPr lang="en-SG" dirty="0"/>
              <a:t>, improving efficiency and reliability.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FFEBF-A7C8-0A3F-7105-B1C503C1B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9DB4-3C1C-F59A-B451-43E2C29B6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19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55C9A-7E3C-6B76-FADF-47C0F2663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>
            <a:normAutofit/>
          </a:bodyPr>
          <a:lstStyle/>
          <a:p>
            <a:r>
              <a:rPr lang="en-SG" dirty="0"/>
              <a:t>objectives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C339A-8F50-0784-BA77-D11E3DB36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005840" y="1525384"/>
            <a:ext cx="280540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A954F3-E23B-4AAA-7854-BCF9CAC0B0E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SG" dirty="0"/>
              <a:t>Automated Analysis: Use machine learning to interpret sensor data instead of relying solely on raw readings</a:t>
            </a:r>
            <a:br>
              <a:rPr lang="en-SG" dirty="0"/>
            </a:br>
            <a:endParaRPr lang="en-SG" dirty="0"/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Early Detection: Identify abnormal environmental conditions (e.g., pollution spikes, temperature anomalies) before they escalate.</a:t>
            </a:r>
          </a:p>
          <a:p>
            <a:endParaRPr lang="en-SG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0295A-201E-4C8E-5F1C-78321DECB4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040831" y="4206240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27C0DEB-4AE1-EA4D-826D-E3C22802B942}" type="datetime1">
              <a:rPr lang="en-US" smtClean="0"/>
              <a:pPr>
                <a:spcAft>
                  <a:spcPts val="600"/>
                </a:spcAft>
              </a:pPr>
              <a:t>7/27/2026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07D2A-8B5E-C403-63AE-D9A0F7900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3385" y="6229552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45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CD7B-6D14-57C9-31B0-FF2C7F35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4023360" cy="1280160"/>
          </a:xfrm>
        </p:spPr>
        <p:txBody>
          <a:bodyPr anchor="t">
            <a:normAutofit/>
          </a:bodyPr>
          <a:lstStyle/>
          <a:p>
            <a:r>
              <a:rPr lang="en-SG" dirty="0"/>
              <a:t>Intended benefits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2E9870-B90D-6107-EC7C-F94E7FF3D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005840" y="1525384"/>
            <a:ext cx="280540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19EA569-FBDF-BD75-F62D-BCFC76D305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20455" y="2396086"/>
            <a:ext cx="4070907" cy="3637825"/>
          </a:xfrm>
        </p:spPr>
        <p:txBody>
          <a:bodyPr/>
          <a:lstStyle/>
          <a:p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B5A5C7-4764-9F54-D4E6-F24E40DF50E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69280" y="786384"/>
            <a:ext cx="5303520" cy="5303520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SG" dirty="0"/>
              <a:t>Reduced Manual Monitoring: Eliminates the need for users to constantly track large datasets.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Timely Responses: Early warnings help prevent environmental hazards or mitigate their impact.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Scalability &amp; Reliability: Kubernetes ensures the system can handle growing sensor networks and data streams.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Improved Accuracy: AI models can detect subtle anomalies that humans might miss.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Cross-Domain Applications: Supports monitoring of air quality, water pollution, biodiversity, and climate hazards.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Operational Efficiency: Microservices allow faster updates, easier maintenance, and resilience against failures.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Public Accountability: Provides transparent, scientifically valid insights for policymakers and communities.</a:t>
            </a:r>
          </a:p>
          <a:p>
            <a:pPr marL="342900" indent="-342900">
              <a:buFont typeface="+mj-lt"/>
              <a:buAutoNum type="arabicPeriod"/>
            </a:pPr>
            <a:endParaRPr lang="en-SG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D13BB-A229-9E27-75B9-43DFD4F6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040831" y="4206240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27C0DEB-4AE1-EA4D-826D-E3C22802B942}" type="datetime1">
              <a:rPr lang="en-US" smtClean="0"/>
              <a:pPr>
                <a:spcAft>
                  <a:spcPts val="600"/>
                </a:spcAft>
              </a:pPr>
              <a:t>7/27/2026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CAA88-BC96-D2FB-AD61-20AC8FD04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3385" y="6229552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FA181-16A4-7A9A-470B-6E45C06226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A3C22C-23C6-3AD7-5E8D-02A5C1288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52659-5563-EC41-26B2-E75502BC1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0C55C-E9B4-3D3E-8062-271E6DBD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218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370BE-8DE3-A822-3581-32C470E6A7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25329" y="1463040"/>
            <a:ext cx="5135592" cy="3931920"/>
          </a:xfrm>
        </p:spPr>
        <p:txBody>
          <a:bodyPr/>
          <a:lstStyle/>
          <a:p>
            <a:r>
              <a:rPr lang="en-US" dirty="0"/>
              <a:t>SYSTEM ARCHITECTURE</a:t>
            </a:r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069D14-BAC5-3AD0-19AE-5205566A5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7D1A3-9AE2-A2B4-0F26-15EEA9A91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00A42-6809-D208-69EF-84DEF6850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89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4A24B-A787-5443-C639-97DBBA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DE2F-EF30-1E71-B29C-168161ABE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Diagram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ACCE7B-2684-148E-BB6E-33DA03210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D1A501-7E82-3D8C-AB0A-B3B0E72B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B3B95-33D1-EDB4-AD85-91D982119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9624F9-6982-B0C4-38E1-4DF939FAC8AC}"/>
              </a:ext>
            </a:extLst>
          </p:cNvPr>
          <p:cNvSpPr/>
          <p:nvPr/>
        </p:nvSpPr>
        <p:spPr>
          <a:xfrm>
            <a:off x="1066800" y="1736785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IoT Sensors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C3B6A0-E473-03E1-ECE2-795F3E7548F0}"/>
              </a:ext>
            </a:extLst>
          </p:cNvPr>
          <p:cNvSpPr/>
          <p:nvPr/>
        </p:nvSpPr>
        <p:spPr>
          <a:xfrm>
            <a:off x="4317452" y="1736785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Data Ingestion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E4D4B0-BE1C-030E-B0D2-192719231248}"/>
              </a:ext>
            </a:extLst>
          </p:cNvPr>
          <p:cNvSpPr/>
          <p:nvPr/>
        </p:nvSpPr>
        <p:spPr>
          <a:xfrm>
            <a:off x="7529089" y="1736785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Database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4F0444-B1A7-0403-96E1-13A8F5C1EC4D}"/>
              </a:ext>
            </a:extLst>
          </p:cNvPr>
          <p:cNvSpPr/>
          <p:nvPr/>
        </p:nvSpPr>
        <p:spPr>
          <a:xfrm>
            <a:off x="7529089" y="3274249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Backend API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DE8DC9-11C5-303A-41EB-9DF7D09F57AB}"/>
              </a:ext>
            </a:extLst>
          </p:cNvPr>
          <p:cNvSpPr/>
          <p:nvPr/>
        </p:nvSpPr>
        <p:spPr>
          <a:xfrm>
            <a:off x="4329033" y="3274249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MACHINE LEARNING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083AA4-F232-F3BF-862F-4B730881E4AD}"/>
              </a:ext>
            </a:extLst>
          </p:cNvPr>
          <p:cNvSpPr/>
          <p:nvPr/>
        </p:nvSpPr>
        <p:spPr>
          <a:xfrm>
            <a:off x="1043638" y="3274249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Prediction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2CCFD25-8EE3-FEE1-4035-D3DE5F08BEBB}"/>
              </a:ext>
            </a:extLst>
          </p:cNvPr>
          <p:cNvSpPr/>
          <p:nvPr/>
        </p:nvSpPr>
        <p:spPr>
          <a:xfrm>
            <a:off x="1043638" y="5029116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Notification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C60817-335B-FB4E-DB77-7D0AA77F5DC1}"/>
              </a:ext>
            </a:extLst>
          </p:cNvPr>
          <p:cNvSpPr/>
          <p:nvPr/>
        </p:nvSpPr>
        <p:spPr>
          <a:xfrm>
            <a:off x="4329033" y="5029116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Telegram Bot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E18CB8C-27B7-999F-0D60-9C0CB9D43C61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3073880" y="2222740"/>
            <a:ext cx="1243572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605026-19AE-2552-B82E-278DBC7642BB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6324532" y="2222740"/>
            <a:ext cx="1204557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FB595AA-95C4-8DD5-6CAB-64CC4EF25F7E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8532629" y="2708695"/>
            <a:ext cx="0" cy="56555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769D896-C4CE-B2AF-5303-59C4706AAF52}"/>
              </a:ext>
            </a:extLst>
          </p:cNvPr>
          <p:cNvCxnSpPr>
            <a:stCxn id="13" idx="1"/>
            <a:endCxn id="15" idx="3"/>
          </p:cNvCxnSpPr>
          <p:nvPr/>
        </p:nvCxnSpPr>
        <p:spPr>
          <a:xfrm flipH="1">
            <a:off x="6336113" y="3760204"/>
            <a:ext cx="1192976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2CCA0C9-4E67-06C8-5F06-97A1EBA73AF7}"/>
              </a:ext>
            </a:extLst>
          </p:cNvPr>
          <p:cNvCxnSpPr>
            <a:stCxn id="15" idx="1"/>
            <a:endCxn id="17" idx="3"/>
          </p:cNvCxnSpPr>
          <p:nvPr/>
        </p:nvCxnSpPr>
        <p:spPr>
          <a:xfrm flipH="1">
            <a:off x="3050718" y="3760204"/>
            <a:ext cx="1278315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7C09E6D-8179-6929-B8C7-3B8DF8919F1F}"/>
              </a:ext>
            </a:extLst>
          </p:cNvPr>
          <p:cNvCxnSpPr>
            <a:stCxn id="17" idx="2"/>
            <a:endCxn id="19" idx="0"/>
          </p:cNvCxnSpPr>
          <p:nvPr/>
        </p:nvCxnSpPr>
        <p:spPr>
          <a:xfrm>
            <a:off x="2047178" y="4246159"/>
            <a:ext cx="0" cy="782957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860D47B-8950-6405-088D-8C47A9B4BA89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3050718" y="5515071"/>
            <a:ext cx="1278315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F7827A5-7D57-8FF6-F4F0-A50EEA2ADA8F}"/>
              </a:ext>
            </a:extLst>
          </p:cNvPr>
          <p:cNvSpPr/>
          <p:nvPr/>
        </p:nvSpPr>
        <p:spPr>
          <a:xfrm>
            <a:off x="7591265" y="5029116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FRONTEND DASHBOARD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051656-A33A-2CF1-E4EB-1BD7EDEF2466}"/>
              </a:ext>
            </a:extLst>
          </p:cNvPr>
          <p:cNvCxnSpPr>
            <a:stCxn id="21" idx="3"/>
            <a:endCxn id="8" idx="1"/>
          </p:cNvCxnSpPr>
          <p:nvPr/>
        </p:nvCxnSpPr>
        <p:spPr>
          <a:xfrm>
            <a:off x="6336113" y="5515071"/>
            <a:ext cx="1255152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405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71468-309A-F249-8785-022D994B4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FRONTEND DASHBOARD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AF8A32-848F-6580-5D1D-863E7ACC1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189E54-8A42-FC2B-2617-0003B6CC127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89DBF-AAD8-E49E-2244-336A20459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04B86-3E7C-BF8A-4395-0323C52E4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694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D4FA5-0F16-9080-F2C4-2713CDB98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BACKEND API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D4288F-EF10-D916-115B-E02EBF709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BC3E0A-B721-E75C-D747-71415EBBE5B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46DFDA-D36A-641B-1086-9A4690C23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7D931-F45C-2EE8-A41C-7C4E0A181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768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996FA-5CDB-38EA-C314-20A7D3B73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MACHINE LEARNING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F2DFD3-85FB-CCD8-8239-D2725E65F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1FD2D7-80AB-8915-426E-1B7BB86AD5F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36F9D2-4C85-2A4E-4F02-F16819F34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9C23D6-8443-978E-F5FF-276AD0A7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32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B1922-876E-5121-A1B1-09421CD1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DATABASE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0300D0-5A97-A007-8822-C75A86BC1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3B857A-83E3-2D2A-978B-032EBACA237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920A6B-C20E-B038-D917-D179D6C3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522DE-ABA7-62B2-AAB9-C272B74D3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928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F6106-7A0A-48DF-A54A-1203136FE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Docker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BCAD1A-CFBC-A349-DD67-7349B93D3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4730D-F0FF-B752-323B-BE0157CA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7DB59-C4F8-CDE1-61A4-49E42A744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138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EEF88-486E-52FF-3AF3-C50D322E68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KUBERNATES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F62700-C8BC-371F-E4A0-146018195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86FD1-37AC-99FB-025F-EC72261EF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8F73AA-8FFF-4571-C0CF-0F21F722B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361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9766A-8D26-6DCE-60BF-703811C9A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6831" y="1463040"/>
            <a:ext cx="5210354" cy="3931920"/>
          </a:xfrm>
        </p:spPr>
        <p:txBody>
          <a:bodyPr/>
          <a:lstStyle/>
          <a:p>
            <a:r>
              <a:rPr lang="en-SG" dirty="0"/>
              <a:t>MICROSERVICES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CD1AC0-9939-D7DA-C1B5-89896E549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5B9C4-A021-AD37-4063-4CD82AEA3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6FA40-EF4F-7414-795C-90E90F51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7156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AF09-CB58-6E0F-3345-27591FA4FF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DATA SOURCE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A2061-CB22-D700-DFFA-693366FF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649DC-6302-6FE7-EB8D-567208A1C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F4A67-54EF-04B0-A7D5-1AED7EE14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166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8C531-7A30-5D0B-55FA-6704B08515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ISSUES AND LIMITATIONS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5A7A2C-0E66-E74E-6AAA-46749892E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F36CD-8CAF-F2A3-0961-D2C12A048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1ACBED-585F-43F1-E030-A9F82EDE5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924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F8DD1-7479-764A-DF22-CB34F7461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19" y="1605914"/>
            <a:ext cx="4609407" cy="2252577"/>
          </a:xfrm>
        </p:spPr>
        <p:txBody>
          <a:bodyPr/>
          <a:lstStyle/>
          <a:p>
            <a:r>
              <a:rPr lang="en-SG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47991930"/>
      </p:ext>
    </p:extLst>
  </p:cSld>
  <p:clrMapOvr>
    <a:masterClrMapping/>
  </p:clrMapOvr>
</p:sld>
</file>

<file path=ppt/theme/theme1.xml><?xml version="1.0" encoding="utf-8"?>
<a:theme xmlns:a="http://schemas.openxmlformats.org/drawingml/2006/main" name="Circinate">
  <a:themeElements>
    <a:clrScheme name="Custom 9">
      <a:dk1>
        <a:srgbClr val="2C2F21"/>
      </a:dk1>
      <a:lt1>
        <a:srgbClr val="EBE3D8"/>
      </a:lt1>
      <a:dk2>
        <a:srgbClr val="000000"/>
      </a:dk2>
      <a:lt2>
        <a:srgbClr val="FFFFFF"/>
      </a:lt2>
      <a:accent1>
        <a:srgbClr val="625D3F"/>
      </a:accent1>
      <a:accent2>
        <a:srgbClr val="0E273F"/>
      </a:accent2>
      <a:accent3>
        <a:srgbClr val="C9C4BE"/>
      </a:accent3>
      <a:accent4>
        <a:srgbClr val="A39481"/>
      </a:accent4>
      <a:accent5>
        <a:srgbClr val="2C1E20"/>
      </a:accent5>
      <a:accent6>
        <a:srgbClr val="E8E8E8"/>
      </a:accent6>
      <a:hlink>
        <a:srgbClr val="467886"/>
      </a:hlink>
      <a:folHlink>
        <a:srgbClr val="96607D"/>
      </a:folHlink>
    </a:clrScheme>
    <a:fontScheme name="Custom 22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inate_CoPilot Layouts_win32_EF_v10" id="{57103A69-FC02-49FB-8E53-10BABFFCD93C}" vid="{B3D2483F-31ED-465D-9D6C-68F8665CCF9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EEC3793-C1BC-496C-A03C-202DFFC5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1CEDABF-7176-4A42-8EF9-E5D4DD31FF6C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230e9df3-be65-4c73-a93b-d1236ebd677e"/>
    <ds:schemaRef ds:uri="http://purl.org/dc/elements/1.1/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D3301439-688F-4D19-B908-B48B62C5607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{32446FC3-48EC-49A4-9FC9-82EF0C14EE09}2072efd3-9e25-4cdd-b63c-4f45856e1088-TF04e7500e-8796-4ab9-8c97-6eb5a495ab0a_win32</Template>
  <TotalTime>41</TotalTime>
  <Words>420</Words>
  <Application>Microsoft Office PowerPoint</Application>
  <PresentationFormat>Widescreen</PresentationFormat>
  <Paragraphs>95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Bahnschrift Light</vt:lpstr>
      <vt:lpstr>Circinate</vt:lpstr>
      <vt:lpstr>EGT307</vt:lpstr>
      <vt:lpstr>Problem Statement</vt:lpstr>
      <vt:lpstr>Relevance to the real world</vt:lpstr>
      <vt:lpstr>objectives</vt:lpstr>
      <vt:lpstr>Intended benefits</vt:lpstr>
      <vt:lpstr>DATA SOURCES</vt:lpstr>
      <vt:lpstr>SYSTEM ARCHITECTURE</vt:lpstr>
      <vt:lpstr>Diagram</vt:lpstr>
      <vt:lpstr>FRONTEND DASHBOARD</vt:lpstr>
      <vt:lpstr>BACKEND API</vt:lpstr>
      <vt:lpstr>MACHINE LEARNING</vt:lpstr>
      <vt:lpstr>DATABASE</vt:lpstr>
      <vt:lpstr>Docker</vt:lpstr>
      <vt:lpstr>KUBERNATES</vt:lpstr>
      <vt:lpstr>MICROSERVICES</vt:lpstr>
      <vt:lpstr>DATA SOURCE</vt:lpstr>
      <vt:lpstr>ISSUES AND LIMITATIONS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apple pine</dc:creator>
  <cp:lastModifiedBy>apple pine</cp:lastModifiedBy>
  <cp:revision>10</cp:revision>
  <dcterms:created xsi:type="dcterms:W3CDTF">2026-07-06T08:25:19Z</dcterms:created>
  <dcterms:modified xsi:type="dcterms:W3CDTF">2026-07-27T04:42:06Z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